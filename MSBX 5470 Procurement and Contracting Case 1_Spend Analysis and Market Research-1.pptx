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package.core-properties+xml" PartName="/docProps/core.xml"/>
</Types>
</file>

<file path=_rels/.rels><?xml version="1.0" encoding="UTF-8" standalone="yes"?><Relationships xmlns="http://schemas.openxmlformats.org/package/2006/relationships"><Relationship Id="rId4" Target="ppt/presentation.xml" Type="http://schemas.openxmlformats.org/officeDocument/2006/relationships/officeDocument"/><Relationship Id="rId3" Target="docProps/core.xml" Type="http://schemas.openxmlformats.org/package/2006/relationships/metadata/core-properties"/><Relationship Id="rId2" Target="docProps/app.xml" Type="http://schemas.openxmlformats.org/officeDocument/2006/relationships/extended-properties"/><Relationship Id="rId1" Target="docProps/thumbnail.jpeg" Type="http://schemas.openxmlformats.org/package/2006/relationships/metadata/thumbnai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1" showSpecialPlsOnTitleSld="0" strictFirstAndLastChars="0">
  <p:sldMasterIdLst>
    <p:sldMasterId id="2147483661" r:id="rId5"/>
    <p:sldMasterId id="2147483662" r:id="rId6"/>
  </p:sldMasterIdLst>
  <p:notesMasterIdLst>
    <p:notesMasterId r:id="rId7"/>
  </p:notesMasterIdLst>
  <p:sldIdLst>
    <p:sldId id="256" r:id="rId8"/>
    <p:sldId id="257" r:id="rId9"/>
    <p:sldId id="258" r:id="rId10"/>
    <p:sldId id="259" r:id="rId11"/>
  </p:sldIdLst>
  <p:sldSz cx="12192000" cy="6858000"/>
  <p:notesSz cx="9144000" cy="6858000"/>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38">
          <p15:clr>
            <a:srgbClr val="A4A3A4"/>
          </p15:clr>
        </p15:guide>
        <p15:guide id="2" pos="2690">
          <p15:clr>
            <a:srgbClr val="A4A3A4"/>
          </p15:clr>
        </p15:guide>
        <p15:guide id="3" pos="384">
          <p15:clr>
            <a:srgbClr val="A4A3A4"/>
          </p15:clr>
        </p15:guide>
        <p15:guide id="4" orient="horz" pos="624">
          <p15:clr>
            <a:srgbClr val="A4A3A4"/>
          </p15:clr>
        </p15:guide>
        <p15:guide id="5" pos="960">
          <p15:clr>
            <a:srgbClr val="A4A3A4"/>
          </p15:clr>
        </p15:guide>
        <p15:guide id="6" orient="horz" pos="1824">
          <p15:clr>
            <a:srgbClr val="A4A3A4"/>
          </p15:clr>
        </p15:guide>
        <p15:guide id="7" orient="horz" pos="3792">
          <p15:clr>
            <a:srgbClr val="A4A3A4"/>
          </p15:clr>
        </p15:guide>
        <p15:guide id="8" pos="4992">
          <p15:clr>
            <a:srgbClr val="A4A3A4"/>
          </p15:clr>
        </p15:guide>
        <p15:guide id="9" pos="6240">
          <p15:clr>
            <a:srgbClr val="A4A3A4"/>
          </p15:clr>
        </p15:guide>
        <p15:guide id="10" pos="3266">
          <p15:clr>
            <a:srgbClr val="A4A3A4"/>
          </p15:clr>
        </p15:guide>
        <p15:guide id="11" pos="7296">
          <p15:clr>
            <a:srgbClr val="A4A3A4"/>
          </p15:clr>
        </p15:guide>
        <p15:guide id="12" orient="horz" pos="1488">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 roundtripDataSignature="AMtx7mjKDfa1SVd2MnvK2vW4l2A0bLG0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00B0F0"/>
    <a:srgbClr val="FFFF00"/>
    <a:srgbClr val="FFFFFF"/>
    <a:srgbClr val="CFB97D"/>
    <a:srgbClr val="E7E2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6A4FA0-B6A6-43E9-8466-D4E87B618C5E}">
  <a:tblStyle styleId="{4B6A4FA0-B6A6-43E9-8466-D4E87B618C5E}" styleName="Table_0">
    <a:wholeTbl>
      <a:tcTxStyle b="off" i="off">
        <a:font>
          <a:latin typeface="Arial"/>
          <a:ea typeface="Arial"/>
          <a:cs typeface="Arial"/>
        </a:font>
        <a:schemeClr val="dk1"/>
      </a:tcTxStyle>
      <a:tcStyle>
        <a:tcBdr>
          <a:left>
            <a:ln cap="flat" cmpd="sng" w="12700">
              <a:solidFill>
                <a:schemeClr val="lt1"/>
              </a:solidFill>
              <a:prstDash val="solid"/>
              <a:round/>
              <a:headEnd len="sm" type="none" w="sm"/>
              <a:tailEnd len="sm" type="none" w="sm"/>
            </a:ln>
          </a:left>
          <a:right>
            <a:ln cap="flat" cmpd="sng" w="12700">
              <a:solidFill>
                <a:schemeClr val="lt1"/>
              </a:solidFill>
              <a:prstDash val="solid"/>
              <a:round/>
              <a:headEnd len="sm" type="none" w="sm"/>
              <a:tailEnd len="sm" type="none" w="sm"/>
            </a:ln>
          </a:right>
          <a:top>
            <a:ln cap="flat" cmpd="sng" w="12700">
              <a:solidFill>
                <a:schemeClr val="lt1"/>
              </a:solidFill>
              <a:prstDash val="solid"/>
              <a:round/>
              <a:headEnd len="sm" type="none" w="sm"/>
              <a:tailEnd len="sm" type="none" w="sm"/>
            </a:ln>
          </a:top>
          <a:bottom>
            <a:ln cap="flat" cmpd="sng" w="12700">
              <a:solidFill>
                <a:schemeClr val="lt1"/>
              </a:solidFill>
              <a:prstDash val="solid"/>
              <a:round/>
              <a:headEnd len="sm" type="none" w="sm"/>
              <a:tailEnd len="sm" type="none" w="sm"/>
            </a:ln>
          </a:bottom>
          <a:insideH>
            <a:ln cap="flat" cmpd="sng" w="12700">
              <a:solidFill>
                <a:schemeClr val="lt1"/>
              </a:solidFill>
              <a:prstDash val="solid"/>
              <a:round/>
              <a:headEnd len="sm" type="none" w="sm"/>
              <a:tailEnd len="sm" type="none" w="sm"/>
            </a:ln>
          </a:insideH>
          <a:insideV>
            <a:ln cap="flat" cmpd="sng" w="12700">
              <a:solidFill>
                <a:schemeClr val="lt1"/>
              </a:solidFill>
              <a:prstDash val="solid"/>
              <a:round/>
              <a:headEnd len="sm" type="none" w="sm"/>
              <a:tailEnd len="sm" type="none" w="sm"/>
            </a:ln>
          </a:insideV>
        </a:tcBdr>
        <a:fill>
          <a:solidFill>
            <a:srgbClr val="F3F0EA"/>
          </a:solidFill>
        </a:fill>
      </a:tcStyle>
    </a:wholeTbl>
    <a:band1H>
      <a:tcTxStyle/>
      <a:tcStyle>
        <a:tcBdr/>
        <a:fill>
          <a:solidFill>
            <a:srgbClr val="E6E0D2"/>
          </a:solidFill>
        </a:fill>
      </a:tcStyle>
    </a:band1H>
    <a:band2H>
      <a:tcTxStyle/>
      <a:tcStyle>
        <a:tcBdr/>
      </a:tcStyle>
    </a:band2H>
    <a:band1V>
      <a:tcTxStyle/>
      <a:tcStyle>
        <a:tcBdr/>
        <a:fill>
          <a:solidFill>
            <a:srgbClr val="E6E0D2"/>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type="none" w="sm"/>
              <a:tailEnd len="sm" type="none" w="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cap="flat" cmpd="sng" w="38100">
              <a:solidFill>
                <a:schemeClr val="lt1"/>
              </a:solidFill>
              <a:prstDash val="solid"/>
              <a:round/>
              <a:headEnd len="sm" type="none" w="sm"/>
              <a:tailEnd len="sm" type="none" w="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d="2" n="1"/>
          <a:sy d="2" n="1"/>
        </p:scale>
        <p:origin x="0" y="0"/>
      </p:cViewPr>
      <p:guideLst>
        <p:guide orient="horz" pos="2538"/>
        <p:guide pos="2690"/>
        <p:guide pos="384"/>
        <p:guide orient="horz" pos="624"/>
        <p:guide pos="960"/>
        <p:guide orient="horz" pos="1824"/>
        <p:guide orient="horz" pos="3792"/>
        <p:guide pos="4992"/>
        <p:guide pos="6240"/>
        <p:guide pos="3266"/>
        <p:guide pos="7296"/>
        <p:guide orient="horz" pos="1488"/>
      </p:guideLst>
    </p:cSldViewPr>
  </p:slideViewPr>
  <p:gridSpacing cx="76200" cy="76200"/>
</p:viewPr>
</file>

<file path=ppt/_rels/presentation.xml.rels><?xml version="1.0" encoding="UTF-8" standalone="yes"?><Relationships xmlns="http://schemas.openxmlformats.org/package/2006/relationships"><Relationship Id="rId12" Target="metadata" Type="http://customschemas.google.com/relationships/presentationmetadata"/><Relationship Id="rId11" Target="slides/slide4.xml" Type="http://schemas.openxmlformats.org/officeDocument/2006/relationships/slide"/><Relationship Id="rId9" Target="slides/slide2.xml" Type="http://schemas.openxmlformats.org/officeDocument/2006/relationships/slide"/><Relationship Id="rId10" Target="slides/slide3.xml" Type="http://schemas.openxmlformats.org/officeDocument/2006/relationships/slide"/><Relationship Id="rId8" Target="slides/slide1.xml" Type="http://schemas.openxmlformats.org/officeDocument/2006/relationships/slide"/><Relationship Id="rId7" Target="notesMasters/notesMaster1.xml" Type="http://schemas.openxmlformats.org/officeDocument/2006/relationships/notesMaster"/><Relationship Id="rId6" Target="slideMasters/slideMaster2.xml" Type="http://schemas.openxmlformats.org/officeDocument/2006/relationships/slideMaster"/><Relationship Id="rId5" Target="slideMasters/slideMaster1.xml" Type="http://schemas.openxmlformats.org/officeDocument/2006/relationships/slideMaster"/><Relationship Id="rId4" Target="tableStyles.xml" Type="http://schemas.openxmlformats.org/officeDocument/2006/relationships/tableStyles"/><Relationship Id="rId3" Target="presProps.xml" Type="http://schemas.openxmlformats.org/officeDocument/2006/relationships/presProps"/><Relationship Id="rId2" Target="viewProps.xml" Type="http://schemas.openxmlformats.org/officeDocument/2006/relationships/viewProps"/><Relationship Id="rId1" Target="theme/theme1.xml" Type="http://schemas.openxmlformats.org/officeDocument/2006/relationships/theme"/></Relationships>
</file>

<file path=ppt/notesMasters/_rels/notesMaster1.xml.rels><?xml version="1.0" encoding="UTF-8" standalone="yes"?><Relationships xmlns="http://schemas.openxmlformats.org/package/2006/relationships"><Relationship Id="rId1" Target="../theme/theme3.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idx="2" type="hdr"/>
          </p:nvPr>
        </p:nvSpPr>
        <p:spPr>
          <a:xfrm>
            <a:off x="0" y="0"/>
            <a:ext cx="3962400" cy="344091"/>
          </a:xfrm>
          <a:prstGeom prst="rect">
            <a:avLst/>
          </a:prstGeom>
          <a:noFill/>
          <a:ln>
            <a:noFill/>
          </a:ln>
        </p:spPr>
        <p:txBody>
          <a:bodyPr anchor="t" anchorCtr="0" bIns="45700" lIns="91425" numCol="1" rIns="91425" spcFirstLastPara="1" tIns="45700" wrap="square">
            <a:noAutofit/>
          </a:bodyPr>
          <a:lstStyle>
            <a:lvl1pPr algn="l" lvl="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1pPr>
            <a:lvl2pPr algn="l" lvl="1"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2pPr>
            <a:lvl3pPr algn="l" lvl="2"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3pPr>
            <a:lvl4pPr algn="l" lvl="3"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4pPr>
            <a:lvl5pPr algn="l" lvl="4"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5pPr>
            <a:lvl6pPr algn="l" lvl="5"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6pPr>
            <a:lvl7pPr algn="l" lvl="6"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7pPr>
            <a:lvl8pPr algn="l" lvl="7"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8pPr>
            <a:lvl9pPr algn="l" lvl="8"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9pPr>
          </a:lstStyle>
          <a:p>
            <a:endParaRPr/>
          </a:p>
        </p:txBody>
      </p:sp>
      <p:sp>
        <p:nvSpPr>
          <p:cNvPr id="4" name="Google Shape;4;n"/>
          <p:cNvSpPr txBox="1">
            <a:spLocks noGrp="1"/>
          </p:cNvSpPr>
          <p:nvPr>
            <p:ph idx="10" type="dt"/>
          </p:nvPr>
        </p:nvSpPr>
        <p:spPr>
          <a:xfrm>
            <a:off x="5179484" y="0"/>
            <a:ext cx="3962400" cy="344091"/>
          </a:xfrm>
          <a:prstGeom prst="rect">
            <a:avLst/>
          </a:prstGeom>
          <a:noFill/>
          <a:ln>
            <a:noFill/>
          </a:ln>
        </p:spPr>
        <p:txBody>
          <a:bodyPr anchor="t" anchorCtr="0" bIns="45700" lIns="91425" numCol="1" rIns="91425" spcFirstLastPara="1" tIns="45700" wrap="square">
            <a:noAutofit/>
          </a:bodyPr>
          <a:lstStyle>
            <a:lvl1pPr algn="r" lvl="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1pPr>
            <a:lvl2pPr algn="l" lvl="1"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2pPr>
            <a:lvl3pPr algn="l" lvl="2"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3pPr>
            <a:lvl4pPr algn="l" lvl="3"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4pPr>
            <a:lvl5pPr algn="l" lvl="4"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5pPr>
            <a:lvl6pPr algn="l" lvl="5"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6pPr>
            <a:lvl7pPr algn="l" lvl="6"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7pPr>
            <a:lvl8pPr algn="l" lvl="7"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8pPr>
            <a:lvl9pPr algn="l" lvl="8"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9pPr>
          </a:lstStyle>
          <a:p>
            <a:endParaRPr/>
          </a:p>
        </p:txBody>
      </p:sp>
      <p:sp>
        <p:nvSpPr>
          <p:cNvPr id="5" name="Google Shape;5;n"/>
          <p:cNvSpPr>
            <a:spLocks noChangeAspect="1" noGrp="1" noRot="1"/>
          </p:cNvSpPr>
          <p:nvPr>
            <p:ph idx="3" type="sldImg"/>
          </p:nvPr>
        </p:nvSpPr>
        <p:spPr>
          <a:xfrm>
            <a:off x="2514600" y="857250"/>
            <a:ext cx="4114800" cy="2314575"/>
          </a:xfrm>
          <a:custGeom>
            <a:avLst/>
            <a:gdLst/>
            <a:ahLst/>
            <a:cxnLst/>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type="none" w="sm"/>
            <a:tailEnd len="sm" type="none" w="sm"/>
          </a:ln>
        </p:spPr>
      </p:sp>
      <p:sp>
        <p:nvSpPr>
          <p:cNvPr id="6" name="Google Shape;6;n"/>
          <p:cNvSpPr txBox="1">
            <a:spLocks noGrp="1"/>
          </p:cNvSpPr>
          <p:nvPr>
            <p:ph idx="1" type="body"/>
          </p:nvPr>
        </p:nvSpPr>
        <p:spPr>
          <a:xfrm>
            <a:off x="914400" y="3300412"/>
            <a:ext cx="7315200" cy="2700338"/>
          </a:xfrm>
          <a:prstGeom prst="rect">
            <a:avLst/>
          </a:prstGeom>
          <a:noFill/>
          <a:ln>
            <a:noFill/>
          </a:ln>
        </p:spPr>
        <p:txBody>
          <a:bodyPr anchor="t" anchorCtr="0" bIns="45700" lIns="91425" numCol="1" rIns="91425" spcFirstLastPara="1" tIns="45700" wrap="square">
            <a:noAutofit/>
          </a:bodyPr>
          <a:lstStyle>
            <a:lvl1pPr algn="l" indent="-228600" lvl="0" marL="4572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1pPr>
            <a:lvl2pPr algn="l" indent="-228600" lvl="1" marL="9144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2pPr>
            <a:lvl3pPr algn="l" indent="-228600" lvl="2" marL="13716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3pPr>
            <a:lvl4pPr algn="l" indent="-228600" lvl="3" marL="18288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4pPr>
            <a:lvl5pPr algn="l" indent="-228600" lvl="4" marL="22860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5pPr>
            <a:lvl6pPr algn="l" indent="-228600" lvl="5" marL="27432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6pPr>
            <a:lvl7pPr algn="l" indent="-228600" lvl="6" marL="32004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7pPr>
            <a:lvl8pPr algn="l" indent="-228600" lvl="7" marL="36576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8pPr>
            <a:lvl9pPr algn="l" indent="-228600" lvl="8" marL="411480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9pPr>
          </a:lstStyle>
          <a:p>
            <a:endParaRPr/>
          </a:p>
        </p:txBody>
      </p:sp>
      <p:sp>
        <p:nvSpPr>
          <p:cNvPr id="7" name="Google Shape;7;n"/>
          <p:cNvSpPr txBox="1">
            <a:spLocks noGrp="1"/>
          </p:cNvSpPr>
          <p:nvPr>
            <p:ph idx="11" type="ftr"/>
          </p:nvPr>
        </p:nvSpPr>
        <p:spPr>
          <a:xfrm>
            <a:off x="0" y="6513910"/>
            <a:ext cx="3962400" cy="344090"/>
          </a:xfrm>
          <a:prstGeom prst="rect">
            <a:avLst/>
          </a:prstGeom>
          <a:noFill/>
          <a:ln>
            <a:noFill/>
          </a:ln>
        </p:spPr>
        <p:txBody>
          <a:bodyPr anchor="b" anchorCtr="0" bIns="45700" lIns="91425" numCol="1" rIns="91425" spcFirstLastPara="1" tIns="45700" wrap="square">
            <a:noAutofit/>
          </a:bodyPr>
          <a:lstStyle>
            <a:lvl1pPr algn="l" lvl="0" marR="0" rtl="0">
              <a:spcBef>
                <a:spcPts val="0"/>
              </a:spcBef>
              <a:spcAft>
                <a:spcPts val="0"/>
              </a:spcAft>
              <a:buSzPts val="1400"/>
              <a:buNone/>
              <a:defRPr b="0" cap="none" i="0" strike="noStrike" sz="1200" u="none">
                <a:solidFill>
                  <a:schemeClr val="dk1"/>
                </a:solidFill>
                <a:latin typeface="Calibri"/>
                <a:ea typeface="Calibri"/>
                <a:cs typeface="Calibri"/>
                <a:sym typeface="Calibri"/>
              </a:defRPr>
            </a:lvl1pPr>
            <a:lvl2pPr algn="l" lvl="1"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2pPr>
            <a:lvl3pPr algn="l" lvl="2"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3pPr>
            <a:lvl4pPr algn="l" lvl="3"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4pPr>
            <a:lvl5pPr algn="l" lvl="4"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5pPr>
            <a:lvl6pPr algn="l" lvl="5"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6pPr>
            <a:lvl7pPr algn="l" lvl="6"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7pPr>
            <a:lvl8pPr algn="l" lvl="7"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8pPr>
            <a:lvl9pPr algn="l" lvl="8" marR="0" rtl="0">
              <a:spcBef>
                <a:spcPts val="0"/>
              </a:spcBef>
              <a:spcAft>
                <a:spcPts val="0"/>
              </a:spcAft>
              <a:buSzPts val="1400"/>
              <a:buNone/>
              <a:defRPr b="0" cap="none" i="0" strike="noStrike" sz="1800" u="none">
                <a:solidFill>
                  <a:schemeClr val="dk1"/>
                </a:solidFill>
                <a:latin typeface="Calibri"/>
                <a:ea typeface="Calibri"/>
                <a:cs typeface="Calibri"/>
                <a:sym typeface="Calibri"/>
              </a:defRPr>
            </a:lvl9pPr>
          </a:lstStyle>
          <a:p>
            <a:endParaRPr/>
          </a:p>
        </p:txBody>
      </p:sp>
      <p:sp>
        <p:nvSpPr>
          <p:cNvPr id="8" name="Google Shape;8;n"/>
          <p:cNvSpPr txBox="1">
            <a:spLocks noGrp="1"/>
          </p:cNvSpPr>
          <p:nvPr>
            <p:ph idx="12" type="sldNum"/>
          </p:nvPr>
        </p:nvSpPr>
        <p:spPr>
          <a:xfrm>
            <a:off x="5179484" y="6513910"/>
            <a:ext cx="3962400" cy="344090"/>
          </a:xfrm>
          <a:prstGeom prst="rect">
            <a:avLst/>
          </a:prstGeom>
          <a:noFill/>
          <a:ln>
            <a:noFill/>
          </a:ln>
        </p:spPr>
        <p:txBody>
          <a:bodyPr anchor="b" anchorCtr="0" bIns="45700" lIns="91425" numCol="1" rIns="91425" spcFirstLastPara="1" tIns="45700" wrap="square">
            <a:noAutofit/>
          </a:bodyPr>
          <a:lstStyle/>
          <a:p>
            <a:pPr algn="r" indent="0" lvl="0" marL="0" marR="0" rtl="0">
              <a:spcBef>
                <a:spcPts val="0"/>
              </a:spcBef>
              <a:spcAft>
                <a:spcPts val="0"/>
              </a:spcAft>
              <a:buNone/>
            </a:pPr>
            <a:fld id="{00000000-1234-1234-1234-123412341234}" type="slidenum">
              <a:rPr b="0" cap="none" i="0" lang="en-US" strike="noStrike" sz="1200" u="none">
                <a:solidFill>
                  <a:schemeClr val="dk1"/>
                </a:solidFill>
                <a:latin typeface="Calibri"/>
                <a:ea typeface="Calibri"/>
                <a:cs typeface="Calibri"/>
                <a:sym typeface="Calibri"/>
              </a:rPr>
              <a:t>‹#›</a:t>
            </a:fld>
            <a:endParaRPr b="0" cap="none" i="0" strike="noStrike" sz="1200" u="none">
              <a:solidFill>
                <a:schemeClr val="dk1"/>
              </a:solidFill>
              <a:latin typeface="Calibri"/>
              <a:ea typeface="Calibri"/>
              <a:cs typeface="Calibri"/>
              <a:sym typeface="Calibri"/>
            </a:endParaRPr>
          </a:p>
        </p:txBody>
      </p:sp>
    </p:spTree>
  </p:cSld>
  <p:clrMap accent1="accent1" accent2="accent2" accent3="accent3" accent4="accent4" accent5="accent5" accent6="accent6" bg1="lt1" bg2="dk2" folHlink="folHlink" hlink="hlink" tx1="dk1" tx2="lt2"/>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2.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2.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2.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2.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2.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2.xml" Type="http://schemas.openxmlformats.org/officeDocument/2006/relationships/slideMaster"/></Relationships>
</file>

<file path=ppt/slideLayouts/_rels/slideLayout12.xml.rels><?xml version="1.0" encoding="UTF-8" standalone="yes"?><Relationships xmlns="http://schemas.openxmlformats.org/package/2006/relationships"><Relationship Id="rId2" Target="../media/image1.png" Type="http://schemas.openxmlformats.org/officeDocument/2006/relationships/image"/><Relationship Id="rId1" Target="../slideMasters/slideMaster2.xml" Type="http://schemas.openxmlformats.org/officeDocument/2006/relationships/slideMaster"/></Relationships>
</file>

<file path=ppt/slideLayouts/_rels/slideLayout13.xml.rels><?xml version="1.0" encoding="UTF-8" standalone="yes"?><Relationships xmlns="http://schemas.openxmlformats.org/package/2006/relationships"><Relationship Id="rId2" Target="../media/image1.png" Type="http://schemas.openxmlformats.org/officeDocument/2006/relationships/image"/><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3200"/>
              <a:buFont typeface="Quattrocen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7"/>
          <p:cNvSpPr txBox="1">
            <a:spLocks noGrp="1"/>
          </p:cNvSpPr>
          <p:nvPr>
            <p:ph idx="1" type="body"/>
          </p:nvPr>
        </p:nvSpPr>
        <p:spPr>
          <a:xfrm>
            <a:off x="771454" y="1300210"/>
            <a:ext cx="10664897" cy="4795791"/>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2400"/>
              <a:buFont typeface="Quattrocento Sans"/>
              <a:buNone/>
              <a:defRPr sz="2400"/>
            </a:lvl1pPr>
            <a:lvl2pPr algn="l" indent="-355600" lvl="1" marL="914400">
              <a:lnSpc>
                <a:spcPct val="100000"/>
              </a:lnSpc>
              <a:spcBef>
                <a:spcPts val="800"/>
              </a:spcBef>
              <a:spcAft>
                <a:spcPts val="0"/>
              </a:spcAft>
              <a:buClr>
                <a:srgbClr val="F0AB00"/>
              </a:buClr>
              <a:buSzPts val="2000"/>
              <a:buFont typeface="Noto Sans Symbols"/>
              <a:buChar char="▪"/>
              <a:defRPr sz="2000"/>
            </a:lvl2pPr>
            <a:lvl3pPr algn="l" indent="-342900" lvl="2" marL="1371600">
              <a:lnSpc>
                <a:spcPct val="100000"/>
              </a:lnSpc>
              <a:spcBef>
                <a:spcPts val="600"/>
              </a:spcBef>
              <a:spcAft>
                <a:spcPts val="0"/>
              </a:spcAft>
              <a:buClr>
                <a:srgbClr val="0070C0"/>
              </a:buClr>
              <a:buSzPts val="1800"/>
              <a:buFont typeface="Arial"/>
              <a:buChar char="–"/>
              <a:defRPr sz="1800"/>
            </a:lvl3pPr>
            <a:lvl4pPr algn="l" indent="-228600" lvl="3" marL="1828800">
              <a:lnSpc>
                <a:spcPct val="100000"/>
              </a:lnSpc>
              <a:spcBef>
                <a:spcPts val="0"/>
              </a:spcBef>
              <a:spcAft>
                <a:spcPts val="0"/>
              </a:spcAft>
              <a:buClr>
                <a:schemeClr val="dk1"/>
              </a:buClr>
              <a:buSzPts val="1800"/>
              <a:buFont typeface="Quattrocento Sans"/>
              <a:buNone/>
              <a:defRPr sz="1800"/>
            </a:lvl4pPr>
            <a:lvl5pPr algn="l" indent="-228600" lvl="4" marL="2286000">
              <a:lnSpc>
                <a:spcPct val="100000"/>
              </a:lnSpc>
              <a:spcBef>
                <a:spcPts val="600"/>
              </a:spcBef>
              <a:spcAft>
                <a:spcPts val="0"/>
              </a:spcAft>
              <a:buClr>
                <a:schemeClr val="dk1"/>
              </a:buClr>
              <a:buSzPts val="1800"/>
              <a:buFont typeface="Quattrocento Sans"/>
              <a:buNone/>
              <a:defRPr sz="1800"/>
            </a:lvl5pPr>
            <a:lvl6pPr algn="l" indent="-342900" lvl="5" marL="2743200">
              <a:spcBef>
                <a:spcPts val="600"/>
              </a:spcBef>
              <a:spcAft>
                <a:spcPts val="0"/>
              </a:spcAft>
              <a:buClr>
                <a:schemeClr val="dk1"/>
              </a:buClr>
              <a:buSzPts val="1800"/>
              <a:buChar char="•"/>
              <a:defRPr/>
            </a:lvl6pPr>
            <a:lvl7pPr algn="l" indent="-342900" lvl="6" marL="3200400">
              <a:spcBef>
                <a:spcPts val="360"/>
              </a:spcBef>
              <a:spcAft>
                <a:spcPts val="0"/>
              </a:spcAft>
              <a:buClr>
                <a:schemeClr val="dk1"/>
              </a:buClr>
              <a:buSzPts val="1800"/>
              <a:buChar char="•"/>
              <a:defRPr/>
            </a:lvl7pPr>
            <a:lvl8pPr algn="l" indent="-342900" lvl="7" marL="3657600">
              <a:spcBef>
                <a:spcPts val="360"/>
              </a:spcBef>
              <a:spcAft>
                <a:spcPts val="0"/>
              </a:spcAft>
              <a:buClr>
                <a:schemeClr val="dk1"/>
              </a:buClr>
              <a:buSzPts val="1800"/>
              <a:buChar char="•"/>
              <a:defRPr/>
            </a:lvl8pPr>
            <a:lvl9pPr algn="l" indent="-342900" lvl="8" marL="4114800">
              <a:spcBef>
                <a:spcPts val="360"/>
              </a:spcBef>
              <a:spcAft>
                <a:spcPts val="0"/>
              </a:spcAft>
              <a:buClr>
                <a:schemeClr val="dk1"/>
              </a:buClr>
              <a:buSzPts val="1800"/>
              <a:buChar char="•"/>
              <a:defRPr/>
            </a:lvl9pPr>
          </a:lstStyle>
          <a:p>
            <a:endParaRPr/>
          </a:p>
        </p:txBody>
      </p:sp>
      <p:sp>
        <p:nvSpPr>
          <p:cNvPr id="26" name="Google Shape;26;p27"/>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29"/>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3200"/>
              <a:buFont typeface="Quattrocen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9"/>
          <p:cNvSpPr txBox="1">
            <a:spLocks noGrp="1"/>
          </p:cNvSpPr>
          <p:nvPr>
            <p:ph idx="1" type="body"/>
          </p:nvPr>
        </p:nvSpPr>
        <p:spPr>
          <a:xfrm>
            <a:off x="771454" y="1354089"/>
            <a:ext cx="5222945" cy="4572000"/>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2400"/>
              <a:buFont typeface="Quattrocento Sans"/>
              <a:buNone/>
              <a:defRPr sz="2400"/>
            </a:lvl1pPr>
            <a:lvl2pPr algn="l" indent="-381000" lvl="1" marL="914400">
              <a:lnSpc>
                <a:spcPct val="90000"/>
              </a:lnSpc>
              <a:spcBef>
                <a:spcPts val="800"/>
              </a:spcBef>
              <a:spcAft>
                <a:spcPts val="0"/>
              </a:spcAft>
              <a:buSzPts val="2400"/>
              <a:buChar char="▪"/>
              <a:defRPr sz="2400"/>
            </a:lvl2pPr>
            <a:lvl3pPr algn="l" indent="-381000" lvl="2" marL="1371600">
              <a:lnSpc>
                <a:spcPct val="100000"/>
              </a:lnSpc>
              <a:spcBef>
                <a:spcPts val="600"/>
              </a:spcBef>
              <a:spcAft>
                <a:spcPts val="0"/>
              </a:spcAft>
              <a:buSzPts val="2400"/>
              <a:buChar char="–"/>
              <a:defRPr sz="2400"/>
            </a:lvl3pPr>
            <a:lvl4pPr algn="l" indent="-228600" lvl="3" marL="1828800">
              <a:lnSpc>
                <a:spcPct val="100000"/>
              </a:lnSpc>
              <a:spcBef>
                <a:spcPts val="0"/>
              </a:spcBef>
              <a:spcAft>
                <a:spcPts val="0"/>
              </a:spcAft>
              <a:buClr>
                <a:schemeClr val="dk1"/>
              </a:buClr>
              <a:buSzPts val="2400"/>
              <a:buFont typeface="Quattrocento Sans"/>
              <a:buNone/>
              <a:defRPr sz="2400"/>
            </a:lvl4pPr>
            <a:lvl5pPr algn="l" indent="-228600" lvl="4" marL="2286000">
              <a:lnSpc>
                <a:spcPct val="100000"/>
              </a:lnSpc>
              <a:spcBef>
                <a:spcPts val="600"/>
              </a:spcBef>
              <a:spcAft>
                <a:spcPts val="0"/>
              </a:spcAft>
              <a:buClr>
                <a:schemeClr val="dk1"/>
              </a:buClr>
              <a:buSzPts val="2400"/>
              <a:buFont typeface="Quattrocento Sans"/>
              <a:buNone/>
              <a:defRPr sz="2400"/>
            </a:lvl5pPr>
            <a:lvl6pPr algn="l" indent="-342900" lvl="5" marL="2743200">
              <a:spcBef>
                <a:spcPts val="600"/>
              </a:spcBef>
              <a:spcAft>
                <a:spcPts val="0"/>
              </a:spcAft>
              <a:buClr>
                <a:schemeClr val="dk1"/>
              </a:buClr>
              <a:buSzPts val="1800"/>
              <a:buChar char="•"/>
              <a:defRPr sz="1800"/>
            </a:lvl6pPr>
            <a:lvl7pPr algn="l" indent="-342900" lvl="6" marL="3200400">
              <a:spcBef>
                <a:spcPts val="360"/>
              </a:spcBef>
              <a:spcAft>
                <a:spcPts val="0"/>
              </a:spcAft>
              <a:buClr>
                <a:schemeClr val="dk1"/>
              </a:buClr>
              <a:buSzPts val="1800"/>
              <a:buChar char="•"/>
              <a:defRPr sz="1800"/>
            </a:lvl7pPr>
            <a:lvl8pPr algn="l" indent="-342900" lvl="7" marL="3657600">
              <a:spcBef>
                <a:spcPts val="360"/>
              </a:spcBef>
              <a:spcAft>
                <a:spcPts val="0"/>
              </a:spcAft>
              <a:buClr>
                <a:schemeClr val="dk1"/>
              </a:buClr>
              <a:buSzPts val="1800"/>
              <a:buChar char="•"/>
              <a:defRPr sz="1800"/>
            </a:lvl8pPr>
            <a:lvl9pPr algn="l" indent="-342900" lvl="8" marL="4114800">
              <a:spcBef>
                <a:spcPts val="360"/>
              </a:spcBef>
              <a:spcAft>
                <a:spcPts val="0"/>
              </a:spcAft>
              <a:buClr>
                <a:schemeClr val="dk1"/>
              </a:buClr>
              <a:buSzPts val="1800"/>
              <a:buChar char="•"/>
              <a:defRPr sz="1800"/>
            </a:lvl9pPr>
          </a:lstStyle>
          <a:p>
            <a:endParaRPr/>
          </a:p>
        </p:txBody>
      </p:sp>
      <p:sp>
        <p:nvSpPr>
          <p:cNvPr id="33" name="Google Shape;33;p29"/>
          <p:cNvSpPr txBox="1">
            <a:spLocks noGrp="1"/>
          </p:cNvSpPr>
          <p:nvPr>
            <p:ph idx="2" type="body"/>
          </p:nvPr>
        </p:nvSpPr>
        <p:spPr>
          <a:xfrm>
            <a:off x="6197601" y="1354089"/>
            <a:ext cx="5238751" cy="4572000"/>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2400"/>
              <a:buFont typeface="Quattrocento Sans"/>
              <a:buNone/>
              <a:defRPr sz="2400"/>
            </a:lvl1pPr>
            <a:lvl2pPr algn="l" indent="-381000" lvl="1" marL="914400">
              <a:lnSpc>
                <a:spcPct val="90000"/>
              </a:lnSpc>
              <a:spcBef>
                <a:spcPts val="800"/>
              </a:spcBef>
              <a:spcAft>
                <a:spcPts val="0"/>
              </a:spcAft>
              <a:buSzPts val="2400"/>
              <a:buChar char="▪"/>
              <a:defRPr sz="2400"/>
            </a:lvl2pPr>
            <a:lvl3pPr algn="l" indent="-381000" lvl="2" marL="1371600">
              <a:lnSpc>
                <a:spcPct val="100000"/>
              </a:lnSpc>
              <a:spcBef>
                <a:spcPts val="600"/>
              </a:spcBef>
              <a:spcAft>
                <a:spcPts val="0"/>
              </a:spcAft>
              <a:buSzPts val="2400"/>
              <a:buChar char="–"/>
              <a:defRPr sz="2400"/>
            </a:lvl3pPr>
            <a:lvl4pPr algn="l" indent="-228600" lvl="3" marL="1828800">
              <a:lnSpc>
                <a:spcPct val="100000"/>
              </a:lnSpc>
              <a:spcBef>
                <a:spcPts val="0"/>
              </a:spcBef>
              <a:spcAft>
                <a:spcPts val="0"/>
              </a:spcAft>
              <a:buClr>
                <a:schemeClr val="dk1"/>
              </a:buClr>
              <a:buSzPts val="2400"/>
              <a:buFont typeface="Quattrocento Sans"/>
              <a:buNone/>
              <a:defRPr sz="2400"/>
            </a:lvl4pPr>
            <a:lvl5pPr algn="l" indent="-228600" lvl="4" marL="2286000">
              <a:lnSpc>
                <a:spcPct val="100000"/>
              </a:lnSpc>
              <a:spcBef>
                <a:spcPts val="600"/>
              </a:spcBef>
              <a:spcAft>
                <a:spcPts val="0"/>
              </a:spcAft>
              <a:buClr>
                <a:schemeClr val="dk1"/>
              </a:buClr>
              <a:buSzPts val="2400"/>
              <a:buFont typeface="Quattrocento Sans"/>
              <a:buNone/>
              <a:defRPr sz="2400"/>
            </a:lvl5pPr>
            <a:lvl6pPr algn="l" indent="-342900" lvl="5" marL="2743200">
              <a:spcBef>
                <a:spcPts val="600"/>
              </a:spcBef>
              <a:spcAft>
                <a:spcPts val="0"/>
              </a:spcAft>
              <a:buClr>
                <a:schemeClr val="dk1"/>
              </a:buClr>
              <a:buSzPts val="1800"/>
              <a:buChar char="•"/>
              <a:defRPr sz="1800"/>
            </a:lvl6pPr>
            <a:lvl7pPr algn="l" indent="-342900" lvl="6" marL="3200400">
              <a:spcBef>
                <a:spcPts val="360"/>
              </a:spcBef>
              <a:spcAft>
                <a:spcPts val="0"/>
              </a:spcAft>
              <a:buClr>
                <a:schemeClr val="dk1"/>
              </a:buClr>
              <a:buSzPts val="1800"/>
              <a:buChar char="•"/>
              <a:defRPr sz="1800"/>
            </a:lvl7pPr>
            <a:lvl8pPr algn="l" indent="-342900" lvl="7" marL="3657600">
              <a:spcBef>
                <a:spcPts val="360"/>
              </a:spcBef>
              <a:spcAft>
                <a:spcPts val="0"/>
              </a:spcAft>
              <a:buClr>
                <a:schemeClr val="dk1"/>
              </a:buClr>
              <a:buSzPts val="1800"/>
              <a:buChar char="•"/>
              <a:defRPr sz="1800"/>
            </a:lvl8pPr>
            <a:lvl9pPr algn="l" indent="-342900" lvl="8" marL="4114800">
              <a:spcBef>
                <a:spcPts val="360"/>
              </a:spcBef>
              <a:spcAft>
                <a:spcPts val="0"/>
              </a:spcAft>
              <a:buClr>
                <a:schemeClr val="dk1"/>
              </a:buClr>
              <a:buSzPts val="1800"/>
              <a:buChar char="•"/>
              <a:defRPr sz="1800"/>
            </a:lvl9pPr>
          </a:lstStyle>
          <a:p>
            <a:endParaRPr/>
          </a:p>
        </p:txBody>
      </p:sp>
      <p:sp>
        <p:nvSpPr>
          <p:cNvPr id="34" name="Google Shape;34;p29"/>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5"/>
        <p:cNvGrpSpPr/>
        <p:nvPr/>
      </p:nvGrpSpPr>
      <p:grpSpPr>
        <a:xfrm>
          <a:off x="0" y="0"/>
          <a:ext cx="0" cy="0"/>
          <a:chOff x="0" y="0"/>
          <a:chExt cx="0" cy="0"/>
        </a:xfrm>
      </p:grpSpPr>
      <p:sp>
        <p:nvSpPr>
          <p:cNvPr id="36" name="Google Shape;36;p30"/>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2400"/>
              <a:buFont typeface="Quattrocento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0"/>
          <p:cNvSpPr txBox="1">
            <a:spLocks noGrp="1"/>
          </p:cNvSpPr>
          <p:nvPr>
            <p:ph idx="1" type="body"/>
          </p:nvPr>
        </p:nvSpPr>
        <p:spPr>
          <a:xfrm>
            <a:off x="771454" y="1357677"/>
            <a:ext cx="5225063" cy="639762"/>
          </a:xfrm>
          <a:prstGeom prst="rect">
            <a:avLst/>
          </a:prstGeom>
          <a:noFill/>
          <a:ln>
            <a:noFill/>
          </a:ln>
        </p:spPr>
        <p:txBody>
          <a:bodyPr anchor="t" anchorCtr="0" bIns="45700" lIns="91425" numCol="1" rIns="91425" spcFirstLastPara="1" tIns="45700" wrap="square">
            <a:noAutofit/>
          </a:bodyPr>
          <a:lstStyle>
            <a:lvl1pPr algn="l" indent="-228600" lvl="0" marL="457200">
              <a:lnSpc>
                <a:spcPct val="100000"/>
              </a:lnSpc>
              <a:spcBef>
                <a:spcPts val="600"/>
              </a:spcBef>
              <a:spcAft>
                <a:spcPts val="0"/>
              </a:spcAft>
              <a:buClr>
                <a:schemeClr val="dk1"/>
              </a:buClr>
              <a:buSzPts val="1800"/>
              <a:buFont typeface="Quattrocento Sans"/>
              <a:buNone/>
              <a:defRPr b="1" sz="1800"/>
            </a:lvl1pPr>
            <a:lvl2pPr algn="l" indent="-228600" lvl="1" marL="914400">
              <a:lnSpc>
                <a:spcPct val="90000"/>
              </a:lnSpc>
              <a:spcBef>
                <a:spcPts val="800"/>
              </a:spcBef>
              <a:spcAft>
                <a:spcPts val="0"/>
              </a:spcAft>
              <a:buSzPts val="2000"/>
              <a:buNone/>
              <a:defRPr b="1" sz="2000"/>
            </a:lvl2pPr>
            <a:lvl3pPr algn="l" indent="-228600" lvl="2" marL="1371600">
              <a:lnSpc>
                <a:spcPct val="100000"/>
              </a:lnSpc>
              <a:spcBef>
                <a:spcPts val="600"/>
              </a:spcBef>
              <a:spcAft>
                <a:spcPts val="0"/>
              </a:spcAft>
              <a:buSzPts val="1800"/>
              <a:buNone/>
              <a:defRPr b="1" sz="1800"/>
            </a:lvl3pPr>
            <a:lvl4pPr algn="l" indent="-228600" lvl="3" marL="1828800">
              <a:lnSpc>
                <a:spcPct val="100000"/>
              </a:lnSpc>
              <a:spcBef>
                <a:spcPts val="0"/>
              </a:spcBef>
              <a:spcAft>
                <a:spcPts val="0"/>
              </a:spcAft>
              <a:buClr>
                <a:schemeClr val="dk1"/>
              </a:buClr>
              <a:buSzPts val="1600"/>
              <a:buFont typeface="Quattrocento Sans"/>
              <a:buNone/>
              <a:defRPr b="1" sz="1600"/>
            </a:lvl4pPr>
            <a:lvl5pPr algn="l" indent="-228600" lvl="4" marL="2286000">
              <a:lnSpc>
                <a:spcPct val="100000"/>
              </a:lnSpc>
              <a:spcBef>
                <a:spcPts val="600"/>
              </a:spcBef>
              <a:spcAft>
                <a:spcPts val="0"/>
              </a:spcAft>
              <a:buClr>
                <a:schemeClr val="dk1"/>
              </a:buClr>
              <a:buSzPts val="1600"/>
              <a:buFont typeface="Quattrocento Sans"/>
              <a:buNone/>
              <a:defRPr b="1" sz="1600"/>
            </a:lvl5pPr>
            <a:lvl6pPr algn="l" indent="-228600" lvl="5" marL="2743200">
              <a:spcBef>
                <a:spcPts val="600"/>
              </a:spcBef>
              <a:spcAft>
                <a:spcPts val="0"/>
              </a:spcAft>
              <a:buClr>
                <a:schemeClr val="dk1"/>
              </a:buClr>
              <a:buSzPts val="1600"/>
              <a:buNone/>
              <a:defRPr b="1" sz="1600"/>
            </a:lvl6pPr>
            <a:lvl7pPr algn="l" indent="-228600" lvl="6" marL="3200400">
              <a:spcBef>
                <a:spcPts val="320"/>
              </a:spcBef>
              <a:spcAft>
                <a:spcPts val="0"/>
              </a:spcAft>
              <a:buClr>
                <a:schemeClr val="dk1"/>
              </a:buClr>
              <a:buSzPts val="1600"/>
              <a:buNone/>
              <a:defRPr b="1" sz="1600"/>
            </a:lvl7pPr>
            <a:lvl8pPr algn="l" indent="-228600" lvl="7" marL="3657600">
              <a:spcBef>
                <a:spcPts val="320"/>
              </a:spcBef>
              <a:spcAft>
                <a:spcPts val="0"/>
              </a:spcAft>
              <a:buClr>
                <a:schemeClr val="dk1"/>
              </a:buClr>
              <a:buSzPts val="1600"/>
              <a:buNone/>
              <a:defRPr b="1" sz="1600"/>
            </a:lvl8pPr>
            <a:lvl9pPr algn="l" indent="-228600" lvl="8" marL="4114800">
              <a:spcBef>
                <a:spcPts val="320"/>
              </a:spcBef>
              <a:spcAft>
                <a:spcPts val="0"/>
              </a:spcAft>
              <a:buClr>
                <a:schemeClr val="dk1"/>
              </a:buClr>
              <a:buSzPts val="1600"/>
              <a:buNone/>
              <a:defRPr b="1" sz="1600"/>
            </a:lvl9pPr>
          </a:lstStyle>
          <a:p>
            <a:endParaRPr/>
          </a:p>
        </p:txBody>
      </p:sp>
      <p:sp>
        <p:nvSpPr>
          <p:cNvPr id="38" name="Google Shape;38;p30"/>
          <p:cNvSpPr txBox="1">
            <a:spLocks noGrp="1"/>
          </p:cNvSpPr>
          <p:nvPr>
            <p:ph idx="2" type="body"/>
          </p:nvPr>
        </p:nvSpPr>
        <p:spPr>
          <a:xfrm>
            <a:off x="771454" y="2015108"/>
            <a:ext cx="5225063" cy="3951288"/>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1800"/>
              <a:buFont typeface="Quattrocento Sans"/>
              <a:buNone/>
              <a:defRPr sz="1800"/>
            </a:lvl1pPr>
            <a:lvl2pPr algn="l" indent="-342900" lvl="1" marL="914400">
              <a:lnSpc>
                <a:spcPct val="90000"/>
              </a:lnSpc>
              <a:spcBef>
                <a:spcPts val="800"/>
              </a:spcBef>
              <a:spcAft>
                <a:spcPts val="0"/>
              </a:spcAft>
              <a:buSzPts val="1800"/>
              <a:buChar char="▪"/>
              <a:defRPr sz="1800"/>
            </a:lvl2pPr>
            <a:lvl3pPr algn="l" indent="-342900" lvl="2" marL="1371600">
              <a:lnSpc>
                <a:spcPct val="100000"/>
              </a:lnSpc>
              <a:spcBef>
                <a:spcPts val="600"/>
              </a:spcBef>
              <a:spcAft>
                <a:spcPts val="0"/>
              </a:spcAft>
              <a:buSzPts val="1800"/>
              <a:buChar char="–"/>
              <a:defRPr sz="1800"/>
            </a:lvl3pPr>
            <a:lvl4pPr algn="l" indent="-228600" lvl="3" marL="1828800">
              <a:lnSpc>
                <a:spcPct val="100000"/>
              </a:lnSpc>
              <a:spcBef>
                <a:spcPts val="0"/>
              </a:spcBef>
              <a:spcAft>
                <a:spcPts val="0"/>
              </a:spcAft>
              <a:buClr>
                <a:schemeClr val="dk1"/>
              </a:buClr>
              <a:buSzPts val="1800"/>
              <a:buFont typeface="Quattrocento Sans"/>
              <a:buNone/>
              <a:defRPr sz="1800"/>
            </a:lvl4pPr>
            <a:lvl5pPr algn="l" indent="-228600" lvl="4" marL="2286000">
              <a:lnSpc>
                <a:spcPct val="100000"/>
              </a:lnSpc>
              <a:spcBef>
                <a:spcPts val="600"/>
              </a:spcBef>
              <a:spcAft>
                <a:spcPts val="0"/>
              </a:spcAft>
              <a:buClr>
                <a:schemeClr val="dk1"/>
              </a:buClr>
              <a:buSzPts val="1800"/>
              <a:buFont typeface="Quattrocento Sans"/>
              <a:buNone/>
              <a:defRPr sz="1800"/>
            </a:lvl5pPr>
            <a:lvl6pPr algn="l" indent="-330200" lvl="5" marL="2743200">
              <a:spcBef>
                <a:spcPts val="600"/>
              </a:spcBef>
              <a:spcAft>
                <a:spcPts val="0"/>
              </a:spcAft>
              <a:buClr>
                <a:schemeClr val="dk1"/>
              </a:buClr>
              <a:buSzPts val="1600"/>
              <a:buChar char="•"/>
              <a:defRPr sz="1600"/>
            </a:lvl6pPr>
            <a:lvl7pPr algn="l" indent="-330200" lvl="6" marL="3200400">
              <a:spcBef>
                <a:spcPts val="320"/>
              </a:spcBef>
              <a:spcAft>
                <a:spcPts val="0"/>
              </a:spcAft>
              <a:buClr>
                <a:schemeClr val="dk1"/>
              </a:buClr>
              <a:buSzPts val="1600"/>
              <a:buChar char="•"/>
              <a:defRPr sz="1600"/>
            </a:lvl7pPr>
            <a:lvl8pPr algn="l" indent="-330200" lvl="7" marL="3657600">
              <a:spcBef>
                <a:spcPts val="320"/>
              </a:spcBef>
              <a:spcAft>
                <a:spcPts val="0"/>
              </a:spcAft>
              <a:buClr>
                <a:schemeClr val="dk1"/>
              </a:buClr>
              <a:buSzPts val="1600"/>
              <a:buChar char="•"/>
              <a:defRPr sz="1600"/>
            </a:lvl8pPr>
            <a:lvl9pPr algn="l" indent="-330200" lvl="8" marL="4114800">
              <a:spcBef>
                <a:spcPts val="320"/>
              </a:spcBef>
              <a:spcAft>
                <a:spcPts val="0"/>
              </a:spcAft>
              <a:buClr>
                <a:schemeClr val="dk1"/>
              </a:buClr>
              <a:buSzPts val="1600"/>
              <a:buChar char="•"/>
              <a:defRPr sz="1600"/>
            </a:lvl9pPr>
          </a:lstStyle>
          <a:p>
            <a:endParaRPr/>
          </a:p>
        </p:txBody>
      </p:sp>
      <p:sp>
        <p:nvSpPr>
          <p:cNvPr id="39" name="Google Shape;39;p30"/>
          <p:cNvSpPr txBox="1">
            <a:spLocks noGrp="1"/>
          </p:cNvSpPr>
          <p:nvPr>
            <p:ph idx="3" type="body"/>
          </p:nvPr>
        </p:nvSpPr>
        <p:spPr>
          <a:xfrm>
            <a:off x="6193368" y="1357677"/>
            <a:ext cx="5242984" cy="639762"/>
          </a:xfrm>
          <a:prstGeom prst="rect">
            <a:avLst/>
          </a:prstGeom>
          <a:noFill/>
          <a:ln>
            <a:noFill/>
          </a:ln>
        </p:spPr>
        <p:txBody>
          <a:bodyPr anchor="t" anchorCtr="0" bIns="45700" lIns="91425" numCol="1" rIns="91425" spcFirstLastPara="1" tIns="45700" wrap="square">
            <a:noAutofit/>
          </a:bodyPr>
          <a:lstStyle>
            <a:lvl1pPr algn="l" indent="-228600" lvl="0" marL="457200">
              <a:lnSpc>
                <a:spcPct val="100000"/>
              </a:lnSpc>
              <a:spcBef>
                <a:spcPts val="600"/>
              </a:spcBef>
              <a:spcAft>
                <a:spcPts val="0"/>
              </a:spcAft>
              <a:buClr>
                <a:schemeClr val="dk1"/>
              </a:buClr>
              <a:buSzPts val="1800"/>
              <a:buFont typeface="Quattrocento Sans"/>
              <a:buNone/>
              <a:defRPr b="1" sz="1800"/>
            </a:lvl1pPr>
            <a:lvl2pPr algn="l" indent="-228600" lvl="1" marL="914400">
              <a:lnSpc>
                <a:spcPct val="90000"/>
              </a:lnSpc>
              <a:spcBef>
                <a:spcPts val="800"/>
              </a:spcBef>
              <a:spcAft>
                <a:spcPts val="0"/>
              </a:spcAft>
              <a:buSzPts val="2000"/>
              <a:buNone/>
              <a:defRPr b="1" sz="2000"/>
            </a:lvl2pPr>
            <a:lvl3pPr algn="l" indent="-228600" lvl="2" marL="1371600">
              <a:lnSpc>
                <a:spcPct val="100000"/>
              </a:lnSpc>
              <a:spcBef>
                <a:spcPts val="600"/>
              </a:spcBef>
              <a:spcAft>
                <a:spcPts val="0"/>
              </a:spcAft>
              <a:buSzPts val="1800"/>
              <a:buNone/>
              <a:defRPr b="1" sz="1800"/>
            </a:lvl3pPr>
            <a:lvl4pPr algn="l" indent="-228600" lvl="3" marL="1828800">
              <a:lnSpc>
                <a:spcPct val="100000"/>
              </a:lnSpc>
              <a:spcBef>
                <a:spcPts val="0"/>
              </a:spcBef>
              <a:spcAft>
                <a:spcPts val="0"/>
              </a:spcAft>
              <a:buClr>
                <a:schemeClr val="dk1"/>
              </a:buClr>
              <a:buSzPts val="1600"/>
              <a:buFont typeface="Quattrocento Sans"/>
              <a:buNone/>
              <a:defRPr b="1" sz="1600"/>
            </a:lvl4pPr>
            <a:lvl5pPr algn="l" indent="-228600" lvl="4" marL="2286000">
              <a:lnSpc>
                <a:spcPct val="100000"/>
              </a:lnSpc>
              <a:spcBef>
                <a:spcPts val="600"/>
              </a:spcBef>
              <a:spcAft>
                <a:spcPts val="0"/>
              </a:spcAft>
              <a:buClr>
                <a:schemeClr val="dk1"/>
              </a:buClr>
              <a:buSzPts val="1600"/>
              <a:buFont typeface="Quattrocento Sans"/>
              <a:buNone/>
              <a:defRPr b="1" sz="1600"/>
            </a:lvl5pPr>
            <a:lvl6pPr algn="l" indent="-228600" lvl="5" marL="2743200">
              <a:spcBef>
                <a:spcPts val="600"/>
              </a:spcBef>
              <a:spcAft>
                <a:spcPts val="0"/>
              </a:spcAft>
              <a:buClr>
                <a:schemeClr val="dk1"/>
              </a:buClr>
              <a:buSzPts val="1600"/>
              <a:buNone/>
              <a:defRPr b="1" sz="1600"/>
            </a:lvl6pPr>
            <a:lvl7pPr algn="l" indent="-228600" lvl="6" marL="3200400">
              <a:spcBef>
                <a:spcPts val="320"/>
              </a:spcBef>
              <a:spcAft>
                <a:spcPts val="0"/>
              </a:spcAft>
              <a:buClr>
                <a:schemeClr val="dk1"/>
              </a:buClr>
              <a:buSzPts val="1600"/>
              <a:buNone/>
              <a:defRPr b="1" sz="1600"/>
            </a:lvl7pPr>
            <a:lvl8pPr algn="l" indent="-228600" lvl="7" marL="3657600">
              <a:spcBef>
                <a:spcPts val="320"/>
              </a:spcBef>
              <a:spcAft>
                <a:spcPts val="0"/>
              </a:spcAft>
              <a:buClr>
                <a:schemeClr val="dk1"/>
              </a:buClr>
              <a:buSzPts val="1600"/>
              <a:buNone/>
              <a:defRPr b="1" sz="1600"/>
            </a:lvl8pPr>
            <a:lvl9pPr algn="l" indent="-228600" lvl="8" marL="4114800">
              <a:spcBef>
                <a:spcPts val="320"/>
              </a:spcBef>
              <a:spcAft>
                <a:spcPts val="0"/>
              </a:spcAft>
              <a:buClr>
                <a:schemeClr val="dk1"/>
              </a:buClr>
              <a:buSzPts val="1600"/>
              <a:buNone/>
              <a:defRPr b="1" sz="1600"/>
            </a:lvl9pPr>
          </a:lstStyle>
          <a:p>
            <a:endParaRPr/>
          </a:p>
        </p:txBody>
      </p:sp>
      <p:sp>
        <p:nvSpPr>
          <p:cNvPr id="40" name="Google Shape;40;p30"/>
          <p:cNvSpPr txBox="1">
            <a:spLocks noGrp="1"/>
          </p:cNvSpPr>
          <p:nvPr>
            <p:ph idx="4" type="body"/>
          </p:nvPr>
        </p:nvSpPr>
        <p:spPr>
          <a:xfrm>
            <a:off x="6193368" y="2015108"/>
            <a:ext cx="5242984" cy="3951288"/>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1800"/>
              <a:buFont typeface="Quattrocento Sans"/>
              <a:buNone/>
              <a:defRPr sz="1800"/>
            </a:lvl1pPr>
            <a:lvl2pPr algn="l" indent="-342900" lvl="1" marL="914400">
              <a:lnSpc>
                <a:spcPct val="90000"/>
              </a:lnSpc>
              <a:spcBef>
                <a:spcPts val="800"/>
              </a:spcBef>
              <a:spcAft>
                <a:spcPts val="0"/>
              </a:spcAft>
              <a:buSzPts val="1800"/>
              <a:buChar char="▪"/>
              <a:defRPr sz="1800"/>
            </a:lvl2pPr>
            <a:lvl3pPr algn="l" indent="-342900" lvl="2" marL="1371600">
              <a:lnSpc>
                <a:spcPct val="100000"/>
              </a:lnSpc>
              <a:spcBef>
                <a:spcPts val="600"/>
              </a:spcBef>
              <a:spcAft>
                <a:spcPts val="0"/>
              </a:spcAft>
              <a:buSzPts val="1800"/>
              <a:buChar char="–"/>
              <a:defRPr sz="1800"/>
            </a:lvl3pPr>
            <a:lvl4pPr algn="l" indent="-228600" lvl="3" marL="1828800">
              <a:lnSpc>
                <a:spcPct val="100000"/>
              </a:lnSpc>
              <a:spcBef>
                <a:spcPts val="0"/>
              </a:spcBef>
              <a:spcAft>
                <a:spcPts val="0"/>
              </a:spcAft>
              <a:buClr>
                <a:schemeClr val="dk1"/>
              </a:buClr>
              <a:buSzPts val="1800"/>
              <a:buFont typeface="Quattrocento Sans"/>
              <a:buNone/>
              <a:defRPr sz="1800"/>
            </a:lvl4pPr>
            <a:lvl5pPr algn="l" indent="-228600" lvl="4" marL="2286000">
              <a:lnSpc>
                <a:spcPct val="100000"/>
              </a:lnSpc>
              <a:spcBef>
                <a:spcPts val="600"/>
              </a:spcBef>
              <a:spcAft>
                <a:spcPts val="0"/>
              </a:spcAft>
              <a:buClr>
                <a:schemeClr val="dk1"/>
              </a:buClr>
              <a:buSzPts val="1800"/>
              <a:buFont typeface="Quattrocento Sans"/>
              <a:buNone/>
              <a:defRPr sz="1800"/>
            </a:lvl5pPr>
            <a:lvl6pPr algn="l" indent="-330200" lvl="5" marL="2743200">
              <a:spcBef>
                <a:spcPts val="600"/>
              </a:spcBef>
              <a:spcAft>
                <a:spcPts val="0"/>
              </a:spcAft>
              <a:buClr>
                <a:schemeClr val="dk1"/>
              </a:buClr>
              <a:buSzPts val="1600"/>
              <a:buChar char="•"/>
              <a:defRPr sz="1600"/>
            </a:lvl6pPr>
            <a:lvl7pPr algn="l" indent="-330200" lvl="6" marL="3200400">
              <a:spcBef>
                <a:spcPts val="320"/>
              </a:spcBef>
              <a:spcAft>
                <a:spcPts val="0"/>
              </a:spcAft>
              <a:buClr>
                <a:schemeClr val="dk1"/>
              </a:buClr>
              <a:buSzPts val="1600"/>
              <a:buChar char="•"/>
              <a:defRPr sz="1600"/>
            </a:lvl7pPr>
            <a:lvl8pPr algn="l" indent="-330200" lvl="7" marL="3657600">
              <a:spcBef>
                <a:spcPts val="320"/>
              </a:spcBef>
              <a:spcAft>
                <a:spcPts val="0"/>
              </a:spcAft>
              <a:buClr>
                <a:schemeClr val="dk1"/>
              </a:buClr>
              <a:buSzPts val="1600"/>
              <a:buChar char="•"/>
              <a:defRPr sz="1600"/>
            </a:lvl8pPr>
            <a:lvl9pPr algn="l" indent="-330200" lvl="8" marL="4114800">
              <a:spcBef>
                <a:spcPts val="320"/>
              </a:spcBef>
              <a:spcAft>
                <a:spcPts val="0"/>
              </a:spcAft>
              <a:buClr>
                <a:schemeClr val="dk1"/>
              </a:buClr>
              <a:buSzPts val="1600"/>
              <a:buChar char="•"/>
              <a:defRPr sz="1600"/>
            </a:lvl9pPr>
          </a:lstStyle>
          <a:p>
            <a:endParaRPr/>
          </a:p>
        </p:txBody>
      </p:sp>
      <p:cxnSp>
        <p:nvCxnSpPr>
          <p:cNvPr id="41" name="Google Shape;41;p30"/>
          <p:cNvCxnSpPr/>
          <p:nvPr/>
        </p:nvCxnSpPr>
        <p:spPr>
          <a:xfrm flipH="1">
            <a:off x="771453" y="1991361"/>
            <a:ext cx="5225064" cy="6079"/>
          </a:xfrm>
          <a:prstGeom prst="straightConnector1">
            <a:avLst/>
          </a:prstGeom>
          <a:noFill/>
          <a:ln cap="flat" cmpd="sng" w="9525">
            <a:solidFill>
              <a:srgbClr val="404040"/>
            </a:solidFill>
            <a:prstDash val="dash"/>
            <a:round/>
            <a:headEnd len="med" type="diamond" w="med"/>
            <a:tailEnd len="med" type="diamond" w="med"/>
          </a:ln>
        </p:spPr>
      </p:cxnSp>
      <p:cxnSp>
        <p:nvCxnSpPr>
          <p:cNvPr id="42" name="Google Shape;42;p30"/>
          <p:cNvCxnSpPr/>
          <p:nvPr/>
        </p:nvCxnSpPr>
        <p:spPr>
          <a:xfrm rot="10800000">
            <a:off x="6193370" y="1991360"/>
            <a:ext cx="5242981" cy="0"/>
          </a:xfrm>
          <a:prstGeom prst="straightConnector1">
            <a:avLst/>
          </a:prstGeom>
          <a:noFill/>
          <a:ln cap="flat" cmpd="sng" w="9525">
            <a:solidFill>
              <a:srgbClr val="404040"/>
            </a:solidFill>
            <a:prstDash val="dash"/>
            <a:round/>
            <a:headEnd len="med" type="diamond" w="med"/>
            <a:tailEnd len="med" type="diamond" w="med"/>
          </a:ln>
        </p:spPr>
      </p:cxnSp>
      <p:sp>
        <p:nvSpPr>
          <p:cNvPr id="43" name="Google Shape;43;p30"/>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0" presetSubtype="0">
                                  <p:stCondLst>
                                    <p:cond delay="0"/>
                                  </p:stCondLst>
                                  <p:childTnLst>
                                    <p:set>
                                      <p:cBhvr>
                                        <p:cTn dur="1" fill="hold" id="6">
                                          <p:stCondLst>
                                            <p:cond delay="0"/>
                                          </p:stCondLst>
                                        </p:cTn>
                                        <p:tgtEl>
                                          <p:spTgt spid="41"/>
                                        </p:tgtEl>
                                        <p:attrNameLst>
                                          <p:attrName>style.visibility</p:attrName>
                                        </p:attrNameLst>
                                      </p:cBhvr>
                                      <p:to>
                                        <p:strVal val="visible"/>
                                      </p:to>
                                    </p:set>
                                    <p:animEffect filter="fade" transition="in">
                                      <p:cBhvr>
                                        <p:cTn dur="500" id="7"/>
                                        <p:tgtEl>
                                          <p:spTgt spid="41"/>
                                        </p:tgtEl>
                                      </p:cBhvr>
                                    </p:animEffect>
                                  </p:childTnLst>
                                </p:cTn>
                              </p:par>
                            </p:childTnLst>
                          </p:cTn>
                        </p:par>
                        <p:par>
                          <p:cTn fill="hold" id="8">
                            <p:stCondLst>
                              <p:cond delay="500"/>
                            </p:stCondLst>
                            <p:childTnLst>
                              <p:par>
                                <p:cTn fill="hold" id="9" nodeType="afterEffect" presetClass="entr" presetID="10" presetSubtype="0">
                                  <p:stCondLst>
                                    <p:cond delay="0"/>
                                  </p:stCondLst>
                                  <p:childTnLst>
                                    <p:set>
                                      <p:cBhvr>
                                        <p:cTn dur="1" fill="hold" id="10">
                                          <p:stCondLst>
                                            <p:cond delay="0"/>
                                          </p:stCondLst>
                                        </p:cTn>
                                        <p:tgtEl>
                                          <p:spTgt spid="42"/>
                                        </p:tgtEl>
                                        <p:attrNameLst>
                                          <p:attrName>style.visibility</p:attrName>
                                        </p:attrNameLst>
                                      </p:cBhvr>
                                      <p:to>
                                        <p:strVal val="visible"/>
                                      </p:to>
                                    </p:set>
                                    <p:animEffect filter="fade" transition="in">
                                      <p:cBhvr>
                                        <p:cTn dur="500" id="11"/>
                                        <p:tgtEl>
                                          <p:spTgt spid="42"/>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31"/>
          <p:cNvSpPr txBox="1">
            <a:spLocks noGrp="1"/>
          </p:cNvSpPr>
          <p:nvPr>
            <p:ph idx="12" type="sldNum"/>
          </p:nvPr>
        </p:nvSpPr>
        <p:spPr>
          <a:xfrm>
            <a:off x="4732301" y="6629400"/>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6"/>
        <p:cNvGrpSpPr/>
        <p:nvPr/>
      </p:nvGrpSpPr>
      <p:grpSpPr>
        <a:xfrm>
          <a:off x="0" y="0"/>
          <a:ext cx="0" cy="0"/>
          <a:chOff x="0" y="0"/>
          <a:chExt cx="0" cy="0"/>
        </a:xfrm>
      </p:grpSpPr>
      <p:sp>
        <p:nvSpPr>
          <p:cNvPr id="47" name="Google Shape;47;p32"/>
          <p:cNvSpPr txBox="1">
            <a:spLocks noGrp="1"/>
          </p:cNvSpPr>
          <p:nvPr>
            <p:ph type="title"/>
          </p:nvPr>
        </p:nvSpPr>
        <p:spPr>
          <a:xfrm>
            <a:off x="771455" y="4206558"/>
            <a:ext cx="10664896" cy="902020"/>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48" name="Google Shape;48;p32"/>
          <p:cNvCxnSpPr/>
          <p:nvPr/>
        </p:nvCxnSpPr>
        <p:spPr>
          <a:xfrm rot="10800000">
            <a:off x="771457" y="4114800"/>
            <a:ext cx="10664895" cy="0"/>
          </a:xfrm>
          <a:prstGeom prst="straightConnector1">
            <a:avLst/>
          </a:prstGeom>
          <a:noFill/>
          <a:ln cap="flat" cmpd="sng" w="9525">
            <a:solidFill>
              <a:srgbClr val="404040"/>
            </a:solidFill>
            <a:prstDash val="dash"/>
            <a:round/>
            <a:headEnd len="med" type="diamond" w="med"/>
            <a:tailEnd len="med" type="diamond" w="med"/>
          </a:ln>
        </p:spPr>
      </p:cxnSp>
      <p:sp>
        <p:nvSpPr>
          <p:cNvPr id="49" name="Google Shape;49;p32"/>
          <p:cNvSpPr txBox="1">
            <a:spLocks noGrp="1"/>
          </p:cNvSpPr>
          <p:nvPr>
            <p:ph idx="1" type="body"/>
          </p:nvPr>
        </p:nvSpPr>
        <p:spPr>
          <a:xfrm>
            <a:off x="771457" y="3327400"/>
            <a:ext cx="10664895" cy="685800"/>
          </a:xfrm>
          <a:prstGeom prst="rect">
            <a:avLst/>
          </a:prstGeom>
          <a:noFill/>
          <a:ln>
            <a:noFill/>
          </a:ln>
        </p:spPr>
        <p:txBody>
          <a:bodyPr anchor="b"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2000"/>
              <a:buFont typeface="Quattrocento Sans"/>
              <a:buNone/>
              <a:defRPr sz="2000"/>
            </a:lvl1pPr>
            <a:lvl2pPr algn="l" indent="-342900" lvl="1" marL="914400">
              <a:lnSpc>
                <a:spcPct val="90000"/>
              </a:lnSpc>
              <a:spcBef>
                <a:spcPts val="800"/>
              </a:spcBef>
              <a:spcAft>
                <a:spcPts val="0"/>
              </a:spcAft>
              <a:buSzPts val="1800"/>
              <a:buChar char="▪"/>
              <a:defRPr/>
            </a:lvl2pPr>
            <a:lvl3pPr algn="l" indent="-342900" lvl="2" marL="1371600">
              <a:lnSpc>
                <a:spcPct val="100000"/>
              </a:lnSpc>
              <a:spcBef>
                <a:spcPts val="600"/>
              </a:spcBef>
              <a:spcAft>
                <a:spcPts val="0"/>
              </a:spcAft>
              <a:buSzPts val="1800"/>
              <a:buChar char="–"/>
              <a:defRPr/>
            </a:lvl3pPr>
            <a:lvl4pPr algn="l" indent="-228600" lvl="3" marL="1828800">
              <a:lnSpc>
                <a:spcPct val="100000"/>
              </a:lnSpc>
              <a:spcBef>
                <a:spcPts val="0"/>
              </a:spcBef>
              <a:spcAft>
                <a:spcPts val="0"/>
              </a:spcAft>
              <a:buClr>
                <a:schemeClr val="dk1"/>
              </a:buClr>
              <a:buSzPts val="1800"/>
              <a:buNone/>
              <a:defRPr/>
            </a:lvl4pPr>
            <a:lvl5pPr algn="l" indent="-228600" lvl="4" marL="2286000">
              <a:lnSpc>
                <a:spcPct val="100000"/>
              </a:lnSpc>
              <a:spcBef>
                <a:spcPts val="600"/>
              </a:spcBef>
              <a:spcAft>
                <a:spcPts val="0"/>
              </a:spcAft>
              <a:buClr>
                <a:schemeClr val="dk1"/>
              </a:buClr>
              <a:buSzPts val="1800"/>
              <a:buNone/>
              <a:defRPr/>
            </a:lvl5pPr>
            <a:lvl6pPr algn="l" indent="-342900" lvl="5" marL="2743200">
              <a:spcBef>
                <a:spcPts val="600"/>
              </a:spcBef>
              <a:spcAft>
                <a:spcPts val="0"/>
              </a:spcAft>
              <a:buClr>
                <a:schemeClr val="dk1"/>
              </a:buClr>
              <a:buSzPts val="1800"/>
              <a:buChar char="•"/>
              <a:defRPr/>
            </a:lvl6pPr>
            <a:lvl7pPr algn="l" indent="-342900" lvl="6" marL="3200400">
              <a:spcBef>
                <a:spcPts val="360"/>
              </a:spcBef>
              <a:spcAft>
                <a:spcPts val="0"/>
              </a:spcAft>
              <a:buClr>
                <a:schemeClr val="dk1"/>
              </a:buClr>
              <a:buSzPts val="1800"/>
              <a:buChar char="•"/>
              <a:defRPr/>
            </a:lvl7pPr>
            <a:lvl8pPr algn="l" indent="-342900" lvl="7" marL="3657600">
              <a:spcBef>
                <a:spcPts val="360"/>
              </a:spcBef>
              <a:spcAft>
                <a:spcPts val="0"/>
              </a:spcAft>
              <a:buClr>
                <a:schemeClr val="dk1"/>
              </a:buClr>
              <a:buSzPts val="1800"/>
              <a:buChar char="•"/>
              <a:defRPr/>
            </a:lvl8pPr>
            <a:lvl9pPr algn="l" indent="-342900" lvl="8" marL="4114800">
              <a:spcBef>
                <a:spcPts val="360"/>
              </a:spcBef>
              <a:spcAft>
                <a:spcPts val="0"/>
              </a:spcAft>
              <a:buClr>
                <a:schemeClr val="dk1"/>
              </a:buClr>
              <a:buSzPts val="1800"/>
              <a:buChar char="•"/>
              <a:defRPr/>
            </a:lvl9pPr>
          </a:lstStyle>
          <a:p>
            <a:endParaRPr/>
          </a:p>
        </p:txBody>
      </p:sp>
      <p:sp>
        <p:nvSpPr>
          <p:cNvPr id="50" name="Google Shape;50;p32"/>
          <p:cNvSpPr txBox="1">
            <a:spLocks noGrp="1"/>
          </p:cNvSpPr>
          <p:nvPr>
            <p:ph idx="12" type="sldNum"/>
          </p:nvPr>
        </p:nvSpPr>
        <p:spPr>
          <a:xfrm>
            <a:off x="4732301" y="6629400"/>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0" presetSubtype="0">
                                  <p:stCondLst>
                                    <p:cond delay="0"/>
                                  </p:stCondLst>
                                  <p:childTnLst>
                                    <p:set>
                                      <p:cBhvr>
                                        <p:cTn dur="1" fill="hold" id="6">
                                          <p:stCondLst>
                                            <p:cond delay="0"/>
                                          </p:stCondLst>
                                        </p:cTn>
                                        <p:tgtEl>
                                          <p:spTgt spid="48"/>
                                        </p:tgtEl>
                                        <p:attrNameLst>
                                          <p:attrName>style.visibility</p:attrName>
                                        </p:attrNameLst>
                                      </p:cBhvr>
                                      <p:to>
                                        <p:strVal val="visible"/>
                                      </p:to>
                                    </p:set>
                                    <p:animEffect filter="fade" transition="in">
                                      <p:cBhvr>
                                        <p:cTn dur="1000" id="7"/>
                                        <p:tgtEl>
                                          <p:spTgt spid="48"/>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7"/>
        <p:cNvGrpSpPr/>
        <p:nvPr/>
      </p:nvGrpSpPr>
      <p:grpSpPr>
        <a:xfrm>
          <a:off x="0" y="0"/>
          <a:ext cx="0" cy="0"/>
          <a:chOff x="0" y="0"/>
          <a:chExt cx="0" cy="0"/>
        </a:xfrm>
      </p:grpSpPr>
      <p:sp>
        <p:nvSpPr>
          <p:cNvPr id="58" name="Google Shape;58;p34"/>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3200"/>
              <a:buFont typeface="Quattrocen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34"/>
          <p:cNvSpPr txBox="1">
            <a:spLocks noGrp="1"/>
          </p:cNvSpPr>
          <p:nvPr>
            <p:ph idx="1" type="body"/>
          </p:nvPr>
        </p:nvSpPr>
        <p:spPr>
          <a:xfrm>
            <a:off x="771454" y="1300210"/>
            <a:ext cx="10664897" cy="4795791"/>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2400"/>
              <a:buFont typeface="Quattrocento Sans"/>
              <a:buNone/>
              <a:defRPr sz="2400"/>
            </a:lvl1pPr>
            <a:lvl2pPr algn="l" indent="-355600" lvl="1" marL="914400">
              <a:lnSpc>
                <a:spcPct val="100000"/>
              </a:lnSpc>
              <a:spcBef>
                <a:spcPts val="800"/>
              </a:spcBef>
              <a:spcAft>
                <a:spcPts val="0"/>
              </a:spcAft>
              <a:buClr>
                <a:srgbClr val="F0AB00"/>
              </a:buClr>
              <a:buSzPts val="2000"/>
              <a:buFont typeface="Noto Sans Symbols"/>
              <a:buChar char="▪"/>
              <a:defRPr sz="2000"/>
            </a:lvl2pPr>
            <a:lvl3pPr algn="l" indent="-342900" lvl="2" marL="1371600">
              <a:lnSpc>
                <a:spcPct val="100000"/>
              </a:lnSpc>
              <a:spcBef>
                <a:spcPts val="600"/>
              </a:spcBef>
              <a:spcAft>
                <a:spcPts val="0"/>
              </a:spcAft>
              <a:buClr>
                <a:srgbClr val="0070C0"/>
              </a:buClr>
              <a:buSzPts val="1800"/>
              <a:buFont typeface="Arial"/>
              <a:buChar char="–"/>
              <a:defRPr sz="1800"/>
            </a:lvl3pPr>
            <a:lvl4pPr algn="l" indent="-228600" lvl="3" marL="1828800">
              <a:lnSpc>
                <a:spcPct val="100000"/>
              </a:lnSpc>
              <a:spcBef>
                <a:spcPts val="0"/>
              </a:spcBef>
              <a:spcAft>
                <a:spcPts val="0"/>
              </a:spcAft>
              <a:buClr>
                <a:schemeClr val="dk1"/>
              </a:buClr>
              <a:buSzPts val="1800"/>
              <a:buFont typeface="Quattrocento Sans"/>
              <a:buNone/>
              <a:defRPr sz="1800"/>
            </a:lvl4pPr>
            <a:lvl5pPr algn="l" indent="-228600" lvl="4" marL="2286000">
              <a:lnSpc>
                <a:spcPct val="100000"/>
              </a:lnSpc>
              <a:spcBef>
                <a:spcPts val="600"/>
              </a:spcBef>
              <a:spcAft>
                <a:spcPts val="0"/>
              </a:spcAft>
              <a:buClr>
                <a:schemeClr val="dk1"/>
              </a:buClr>
              <a:buSzPts val="1800"/>
              <a:buFont typeface="Quattrocento Sans"/>
              <a:buNone/>
              <a:defRPr sz="1800"/>
            </a:lvl5pPr>
            <a:lvl6pPr algn="l" indent="-342900" lvl="5" marL="2743200">
              <a:spcBef>
                <a:spcPts val="600"/>
              </a:spcBef>
              <a:spcAft>
                <a:spcPts val="0"/>
              </a:spcAft>
              <a:buClr>
                <a:schemeClr val="dk1"/>
              </a:buClr>
              <a:buSzPts val="1800"/>
              <a:buChar char="•"/>
              <a:defRPr/>
            </a:lvl6pPr>
            <a:lvl7pPr algn="l" indent="-342900" lvl="6" marL="3200400">
              <a:spcBef>
                <a:spcPts val="360"/>
              </a:spcBef>
              <a:spcAft>
                <a:spcPts val="0"/>
              </a:spcAft>
              <a:buClr>
                <a:schemeClr val="dk1"/>
              </a:buClr>
              <a:buSzPts val="1800"/>
              <a:buChar char="•"/>
              <a:defRPr/>
            </a:lvl7pPr>
            <a:lvl8pPr algn="l" indent="-342900" lvl="7" marL="3657600">
              <a:spcBef>
                <a:spcPts val="360"/>
              </a:spcBef>
              <a:spcAft>
                <a:spcPts val="0"/>
              </a:spcAft>
              <a:buClr>
                <a:schemeClr val="dk1"/>
              </a:buClr>
              <a:buSzPts val="1800"/>
              <a:buChar char="•"/>
              <a:defRPr/>
            </a:lvl8pPr>
            <a:lvl9pPr algn="l" indent="-342900" lvl="8" marL="4114800">
              <a:spcBef>
                <a:spcPts val="360"/>
              </a:spcBef>
              <a:spcAft>
                <a:spcPts val="0"/>
              </a:spcAft>
              <a:buClr>
                <a:schemeClr val="dk1"/>
              </a:buClr>
              <a:buSzPts val="1800"/>
              <a:buChar char="•"/>
              <a:defRPr/>
            </a:lvl9pPr>
          </a:lstStyle>
          <a:p>
            <a:endParaRPr/>
          </a:p>
        </p:txBody>
      </p:sp>
      <p:sp>
        <p:nvSpPr>
          <p:cNvPr id="60" name="Google Shape;60;p34"/>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35"/>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3200"/>
              <a:buFont typeface="Quattrocen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5"/>
          <p:cNvSpPr txBox="1">
            <a:spLocks noGrp="1"/>
          </p:cNvSpPr>
          <p:nvPr>
            <p:ph idx="1" type="body"/>
          </p:nvPr>
        </p:nvSpPr>
        <p:spPr>
          <a:xfrm>
            <a:off x="771454" y="1354089"/>
            <a:ext cx="5222945" cy="4572000"/>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2400"/>
              <a:buFont typeface="Quattrocento Sans"/>
              <a:buNone/>
              <a:defRPr sz="2400"/>
            </a:lvl1pPr>
            <a:lvl2pPr algn="l" indent="-381000" lvl="1" marL="914400">
              <a:lnSpc>
                <a:spcPct val="90000"/>
              </a:lnSpc>
              <a:spcBef>
                <a:spcPts val="800"/>
              </a:spcBef>
              <a:spcAft>
                <a:spcPts val="0"/>
              </a:spcAft>
              <a:buSzPts val="2400"/>
              <a:buChar char="▪"/>
              <a:defRPr sz="2400"/>
            </a:lvl2pPr>
            <a:lvl3pPr algn="l" indent="-381000" lvl="2" marL="1371600">
              <a:lnSpc>
                <a:spcPct val="100000"/>
              </a:lnSpc>
              <a:spcBef>
                <a:spcPts val="600"/>
              </a:spcBef>
              <a:spcAft>
                <a:spcPts val="0"/>
              </a:spcAft>
              <a:buSzPts val="2400"/>
              <a:buChar char="–"/>
              <a:defRPr sz="2400"/>
            </a:lvl3pPr>
            <a:lvl4pPr algn="l" indent="-228600" lvl="3" marL="1828800">
              <a:lnSpc>
                <a:spcPct val="100000"/>
              </a:lnSpc>
              <a:spcBef>
                <a:spcPts val="0"/>
              </a:spcBef>
              <a:spcAft>
                <a:spcPts val="0"/>
              </a:spcAft>
              <a:buClr>
                <a:schemeClr val="dk1"/>
              </a:buClr>
              <a:buSzPts val="2400"/>
              <a:buFont typeface="Quattrocento Sans"/>
              <a:buNone/>
              <a:defRPr sz="2400"/>
            </a:lvl4pPr>
            <a:lvl5pPr algn="l" indent="-228600" lvl="4" marL="2286000">
              <a:lnSpc>
                <a:spcPct val="100000"/>
              </a:lnSpc>
              <a:spcBef>
                <a:spcPts val="600"/>
              </a:spcBef>
              <a:spcAft>
                <a:spcPts val="0"/>
              </a:spcAft>
              <a:buClr>
                <a:schemeClr val="dk1"/>
              </a:buClr>
              <a:buSzPts val="2400"/>
              <a:buFont typeface="Quattrocento Sans"/>
              <a:buNone/>
              <a:defRPr sz="2400"/>
            </a:lvl5pPr>
            <a:lvl6pPr algn="l" indent="-342900" lvl="5" marL="2743200">
              <a:spcBef>
                <a:spcPts val="600"/>
              </a:spcBef>
              <a:spcAft>
                <a:spcPts val="0"/>
              </a:spcAft>
              <a:buClr>
                <a:schemeClr val="dk1"/>
              </a:buClr>
              <a:buSzPts val="1800"/>
              <a:buChar char="•"/>
              <a:defRPr sz="1800"/>
            </a:lvl6pPr>
            <a:lvl7pPr algn="l" indent="-342900" lvl="6" marL="3200400">
              <a:spcBef>
                <a:spcPts val="360"/>
              </a:spcBef>
              <a:spcAft>
                <a:spcPts val="0"/>
              </a:spcAft>
              <a:buClr>
                <a:schemeClr val="dk1"/>
              </a:buClr>
              <a:buSzPts val="1800"/>
              <a:buChar char="•"/>
              <a:defRPr sz="1800"/>
            </a:lvl7pPr>
            <a:lvl8pPr algn="l" indent="-342900" lvl="7" marL="3657600">
              <a:spcBef>
                <a:spcPts val="360"/>
              </a:spcBef>
              <a:spcAft>
                <a:spcPts val="0"/>
              </a:spcAft>
              <a:buClr>
                <a:schemeClr val="dk1"/>
              </a:buClr>
              <a:buSzPts val="1800"/>
              <a:buChar char="•"/>
              <a:defRPr sz="1800"/>
            </a:lvl8pPr>
            <a:lvl9pPr algn="l" indent="-342900" lvl="8" marL="4114800">
              <a:spcBef>
                <a:spcPts val="360"/>
              </a:spcBef>
              <a:spcAft>
                <a:spcPts val="0"/>
              </a:spcAft>
              <a:buClr>
                <a:schemeClr val="dk1"/>
              </a:buClr>
              <a:buSzPts val="1800"/>
              <a:buChar char="•"/>
              <a:defRPr sz="1800"/>
            </a:lvl9pPr>
          </a:lstStyle>
          <a:p>
            <a:endParaRPr/>
          </a:p>
        </p:txBody>
      </p:sp>
      <p:sp>
        <p:nvSpPr>
          <p:cNvPr id="64" name="Google Shape;64;p35"/>
          <p:cNvSpPr txBox="1">
            <a:spLocks noGrp="1"/>
          </p:cNvSpPr>
          <p:nvPr>
            <p:ph idx="2" type="body"/>
          </p:nvPr>
        </p:nvSpPr>
        <p:spPr>
          <a:xfrm>
            <a:off x="6197601" y="1354089"/>
            <a:ext cx="5238751" cy="4572000"/>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2400"/>
              <a:buFont typeface="Quattrocento Sans"/>
              <a:buNone/>
              <a:defRPr sz="2400"/>
            </a:lvl1pPr>
            <a:lvl2pPr algn="l" indent="-381000" lvl="1" marL="914400">
              <a:lnSpc>
                <a:spcPct val="90000"/>
              </a:lnSpc>
              <a:spcBef>
                <a:spcPts val="800"/>
              </a:spcBef>
              <a:spcAft>
                <a:spcPts val="0"/>
              </a:spcAft>
              <a:buSzPts val="2400"/>
              <a:buChar char="▪"/>
              <a:defRPr sz="2400"/>
            </a:lvl2pPr>
            <a:lvl3pPr algn="l" indent="-381000" lvl="2" marL="1371600">
              <a:lnSpc>
                <a:spcPct val="100000"/>
              </a:lnSpc>
              <a:spcBef>
                <a:spcPts val="600"/>
              </a:spcBef>
              <a:spcAft>
                <a:spcPts val="0"/>
              </a:spcAft>
              <a:buSzPts val="2400"/>
              <a:buChar char="–"/>
              <a:defRPr sz="2400"/>
            </a:lvl3pPr>
            <a:lvl4pPr algn="l" indent="-228600" lvl="3" marL="1828800">
              <a:lnSpc>
                <a:spcPct val="100000"/>
              </a:lnSpc>
              <a:spcBef>
                <a:spcPts val="0"/>
              </a:spcBef>
              <a:spcAft>
                <a:spcPts val="0"/>
              </a:spcAft>
              <a:buClr>
                <a:schemeClr val="dk1"/>
              </a:buClr>
              <a:buSzPts val="2400"/>
              <a:buFont typeface="Quattrocento Sans"/>
              <a:buNone/>
              <a:defRPr sz="2400"/>
            </a:lvl4pPr>
            <a:lvl5pPr algn="l" indent="-228600" lvl="4" marL="2286000">
              <a:lnSpc>
                <a:spcPct val="100000"/>
              </a:lnSpc>
              <a:spcBef>
                <a:spcPts val="600"/>
              </a:spcBef>
              <a:spcAft>
                <a:spcPts val="0"/>
              </a:spcAft>
              <a:buClr>
                <a:schemeClr val="dk1"/>
              </a:buClr>
              <a:buSzPts val="2400"/>
              <a:buFont typeface="Quattrocento Sans"/>
              <a:buNone/>
              <a:defRPr sz="2400"/>
            </a:lvl5pPr>
            <a:lvl6pPr algn="l" indent="-342900" lvl="5" marL="2743200">
              <a:spcBef>
                <a:spcPts val="600"/>
              </a:spcBef>
              <a:spcAft>
                <a:spcPts val="0"/>
              </a:spcAft>
              <a:buClr>
                <a:schemeClr val="dk1"/>
              </a:buClr>
              <a:buSzPts val="1800"/>
              <a:buChar char="•"/>
              <a:defRPr sz="1800"/>
            </a:lvl6pPr>
            <a:lvl7pPr algn="l" indent="-342900" lvl="6" marL="3200400">
              <a:spcBef>
                <a:spcPts val="360"/>
              </a:spcBef>
              <a:spcAft>
                <a:spcPts val="0"/>
              </a:spcAft>
              <a:buClr>
                <a:schemeClr val="dk1"/>
              </a:buClr>
              <a:buSzPts val="1800"/>
              <a:buChar char="•"/>
              <a:defRPr sz="1800"/>
            </a:lvl7pPr>
            <a:lvl8pPr algn="l" indent="-342900" lvl="7" marL="3657600">
              <a:spcBef>
                <a:spcPts val="360"/>
              </a:spcBef>
              <a:spcAft>
                <a:spcPts val="0"/>
              </a:spcAft>
              <a:buClr>
                <a:schemeClr val="dk1"/>
              </a:buClr>
              <a:buSzPts val="1800"/>
              <a:buChar char="•"/>
              <a:defRPr sz="1800"/>
            </a:lvl8pPr>
            <a:lvl9pPr algn="l" indent="-342900" lvl="8" marL="4114800">
              <a:spcBef>
                <a:spcPts val="360"/>
              </a:spcBef>
              <a:spcAft>
                <a:spcPts val="0"/>
              </a:spcAft>
              <a:buClr>
                <a:schemeClr val="dk1"/>
              </a:buClr>
              <a:buSzPts val="1800"/>
              <a:buChar char="•"/>
              <a:defRPr sz="1800"/>
            </a:lvl9pPr>
          </a:lstStyle>
          <a:p>
            <a:endParaRPr/>
          </a:p>
        </p:txBody>
      </p:sp>
      <p:sp>
        <p:nvSpPr>
          <p:cNvPr id="65" name="Google Shape;65;p35"/>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36"/>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2400"/>
              <a:buFont typeface="Quattrocento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36"/>
          <p:cNvSpPr txBox="1">
            <a:spLocks noGrp="1"/>
          </p:cNvSpPr>
          <p:nvPr>
            <p:ph idx="1" type="body"/>
          </p:nvPr>
        </p:nvSpPr>
        <p:spPr>
          <a:xfrm>
            <a:off x="771454" y="1357677"/>
            <a:ext cx="5225063" cy="639762"/>
          </a:xfrm>
          <a:prstGeom prst="rect">
            <a:avLst/>
          </a:prstGeom>
          <a:noFill/>
          <a:ln>
            <a:noFill/>
          </a:ln>
        </p:spPr>
        <p:txBody>
          <a:bodyPr anchor="t" anchorCtr="0" bIns="45700" lIns="91425" numCol="1" rIns="91425" spcFirstLastPara="1" tIns="45700" wrap="square">
            <a:noAutofit/>
          </a:bodyPr>
          <a:lstStyle>
            <a:lvl1pPr algn="l" indent="-228600" lvl="0" marL="457200">
              <a:lnSpc>
                <a:spcPct val="100000"/>
              </a:lnSpc>
              <a:spcBef>
                <a:spcPts val="600"/>
              </a:spcBef>
              <a:spcAft>
                <a:spcPts val="0"/>
              </a:spcAft>
              <a:buClr>
                <a:schemeClr val="dk1"/>
              </a:buClr>
              <a:buSzPts val="1800"/>
              <a:buFont typeface="Quattrocento Sans"/>
              <a:buNone/>
              <a:defRPr b="1" sz="1800"/>
            </a:lvl1pPr>
            <a:lvl2pPr algn="l" indent="-228600" lvl="1" marL="914400">
              <a:lnSpc>
                <a:spcPct val="90000"/>
              </a:lnSpc>
              <a:spcBef>
                <a:spcPts val="800"/>
              </a:spcBef>
              <a:spcAft>
                <a:spcPts val="0"/>
              </a:spcAft>
              <a:buSzPts val="2000"/>
              <a:buNone/>
              <a:defRPr b="1" sz="2000"/>
            </a:lvl2pPr>
            <a:lvl3pPr algn="l" indent="-228600" lvl="2" marL="1371600">
              <a:lnSpc>
                <a:spcPct val="100000"/>
              </a:lnSpc>
              <a:spcBef>
                <a:spcPts val="600"/>
              </a:spcBef>
              <a:spcAft>
                <a:spcPts val="0"/>
              </a:spcAft>
              <a:buSzPts val="1800"/>
              <a:buNone/>
              <a:defRPr b="1" sz="1800"/>
            </a:lvl3pPr>
            <a:lvl4pPr algn="l" indent="-228600" lvl="3" marL="1828800">
              <a:lnSpc>
                <a:spcPct val="100000"/>
              </a:lnSpc>
              <a:spcBef>
                <a:spcPts val="0"/>
              </a:spcBef>
              <a:spcAft>
                <a:spcPts val="0"/>
              </a:spcAft>
              <a:buClr>
                <a:schemeClr val="dk1"/>
              </a:buClr>
              <a:buSzPts val="1600"/>
              <a:buFont typeface="Quattrocento Sans"/>
              <a:buNone/>
              <a:defRPr b="1" sz="1600"/>
            </a:lvl4pPr>
            <a:lvl5pPr algn="l" indent="-228600" lvl="4" marL="2286000">
              <a:lnSpc>
                <a:spcPct val="100000"/>
              </a:lnSpc>
              <a:spcBef>
                <a:spcPts val="600"/>
              </a:spcBef>
              <a:spcAft>
                <a:spcPts val="0"/>
              </a:spcAft>
              <a:buClr>
                <a:schemeClr val="dk1"/>
              </a:buClr>
              <a:buSzPts val="1600"/>
              <a:buFont typeface="Quattrocento Sans"/>
              <a:buNone/>
              <a:defRPr b="1" sz="1600"/>
            </a:lvl5pPr>
            <a:lvl6pPr algn="l" indent="-228600" lvl="5" marL="2743200">
              <a:spcBef>
                <a:spcPts val="600"/>
              </a:spcBef>
              <a:spcAft>
                <a:spcPts val="0"/>
              </a:spcAft>
              <a:buClr>
                <a:schemeClr val="dk1"/>
              </a:buClr>
              <a:buSzPts val="1600"/>
              <a:buNone/>
              <a:defRPr b="1" sz="1600"/>
            </a:lvl6pPr>
            <a:lvl7pPr algn="l" indent="-228600" lvl="6" marL="3200400">
              <a:spcBef>
                <a:spcPts val="320"/>
              </a:spcBef>
              <a:spcAft>
                <a:spcPts val="0"/>
              </a:spcAft>
              <a:buClr>
                <a:schemeClr val="dk1"/>
              </a:buClr>
              <a:buSzPts val="1600"/>
              <a:buNone/>
              <a:defRPr b="1" sz="1600"/>
            </a:lvl7pPr>
            <a:lvl8pPr algn="l" indent="-228600" lvl="7" marL="3657600">
              <a:spcBef>
                <a:spcPts val="320"/>
              </a:spcBef>
              <a:spcAft>
                <a:spcPts val="0"/>
              </a:spcAft>
              <a:buClr>
                <a:schemeClr val="dk1"/>
              </a:buClr>
              <a:buSzPts val="1600"/>
              <a:buNone/>
              <a:defRPr b="1" sz="1600"/>
            </a:lvl8pPr>
            <a:lvl9pPr algn="l" indent="-228600" lvl="8" marL="4114800">
              <a:spcBef>
                <a:spcPts val="320"/>
              </a:spcBef>
              <a:spcAft>
                <a:spcPts val="0"/>
              </a:spcAft>
              <a:buClr>
                <a:schemeClr val="dk1"/>
              </a:buClr>
              <a:buSzPts val="1600"/>
              <a:buNone/>
              <a:defRPr b="1" sz="1600"/>
            </a:lvl9pPr>
          </a:lstStyle>
          <a:p>
            <a:endParaRPr/>
          </a:p>
        </p:txBody>
      </p:sp>
      <p:sp>
        <p:nvSpPr>
          <p:cNvPr id="69" name="Google Shape;69;p36"/>
          <p:cNvSpPr txBox="1">
            <a:spLocks noGrp="1"/>
          </p:cNvSpPr>
          <p:nvPr>
            <p:ph idx="2" type="body"/>
          </p:nvPr>
        </p:nvSpPr>
        <p:spPr>
          <a:xfrm>
            <a:off x="771454" y="2015108"/>
            <a:ext cx="5225063" cy="3951288"/>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1800"/>
              <a:buFont typeface="Quattrocento Sans"/>
              <a:buNone/>
              <a:defRPr sz="1800"/>
            </a:lvl1pPr>
            <a:lvl2pPr algn="l" indent="-342900" lvl="1" marL="914400">
              <a:lnSpc>
                <a:spcPct val="90000"/>
              </a:lnSpc>
              <a:spcBef>
                <a:spcPts val="800"/>
              </a:spcBef>
              <a:spcAft>
                <a:spcPts val="0"/>
              </a:spcAft>
              <a:buSzPts val="1800"/>
              <a:buChar char="▪"/>
              <a:defRPr sz="1800"/>
            </a:lvl2pPr>
            <a:lvl3pPr algn="l" indent="-342900" lvl="2" marL="1371600">
              <a:lnSpc>
                <a:spcPct val="100000"/>
              </a:lnSpc>
              <a:spcBef>
                <a:spcPts val="600"/>
              </a:spcBef>
              <a:spcAft>
                <a:spcPts val="0"/>
              </a:spcAft>
              <a:buSzPts val="1800"/>
              <a:buChar char="–"/>
              <a:defRPr sz="1800"/>
            </a:lvl3pPr>
            <a:lvl4pPr algn="l" indent="-228600" lvl="3" marL="1828800">
              <a:lnSpc>
                <a:spcPct val="100000"/>
              </a:lnSpc>
              <a:spcBef>
                <a:spcPts val="0"/>
              </a:spcBef>
              <a:spcAft>
                <a:spcPts val="0"/>
              </a:spcAft>
              <a:buClr>
                <a:schemeClr val="dk1"/>
              </a:buClr>
              <a:buSzPts val="1800"/>
              <a:buFont typeface="Quattrocento Sans"/>
              <a:buNone/>
              <a:defRPr sz="1800"/>
            </a:lvl4pPr>
            <a:lvl5pPr algn="l" indent="-228600" lvl="4" marL="2286000">
              <a:lnSpc>
                <a:spcPct val="100000"/>
              </a:lnSpc>
              <a:spcBef>
                <a:spcPts val="600"/>
              </a:spcBef>
              <a:spcAft>
                <a:spcPts val="0"/>
              </a:spcAft>
              <a:buClr>
                <a:schemeClr val="dk1"/>
              </a:buClr>
              <a:buSzPts val="1800"/>
              <a:buFont typeface="Quattrocento Sans"/>
              <a:buNone/>
              <a:defRPr sz="1800"/>
            </a:lvl5pPr>
            <a:lvl6pPr algn="l" indent="-330200" lvl="5" marL="2743200">
              <a:spcBef>
                <a:spcPts val="600"/>
              </a:spcBef>
              <a:spcAft>
                <a:spcPts val="0"/>
              </a:spcAft>
              <a:buClr>
                <a:schemeClr val="dk1"/>
              </a:buClr>
              <a:buSzPts val="1600"/>
              <a:buChar char="•"/>
              <a:defRPr sz="1600"/>
            </a:lvl6pPr>
            <a:lvl7pPr algn="l" indent="-330200" lvl="6" marL="3200400">
              <a:spcBef>
                <a:spcPts val="320"/>
              </a:spcBef>
              <a:spcAft>
                <a:spcPts val="0"/>
              </a:spcAft>
              <a:buClr>
                <a:schemeClr val="dk1"/>
              </a:buClr>
              <a:buSzPts val="1600"/>
              <a:buChar char="•"/>
              <a:defRPr sz="1600"/>
            </a:lvl7pPr>
            <a:lvl8pPr algn="l" indent="-330200" lvl="7" marL="3657600">
              <a:spcBef>
                <a:spcPts val="320"/>
              </a:spcBef>
              <a:spcAft>
                <a:spcPts val="0"/>
              </a:spcAft>
              <a:buClr>
                <a:schemeClr val="dk1"/>
              </a:buClr>
              <a:buSzPts val="1600"/>
              <a:buChar char="•"/>
              <a:defRPr sz="1600"/>
            </a:lvl8pPr>
            <a:lvl9pPr algn="l" indent="-330200" lvl="8" marL="4114800">
              <a:spcBef>
                <a:spcPts val="320"/>
              </a:spcBef>
              <a:spcAft>
                <a:spcPts val="0"/>
              </a:spcAft>
              <a:buClr>
                <a:schemeClr val="dk1"/>
              </a:buClr>
              <a:buSzPts val="1600"/>
              <a:buChar char="•"/>
              <a:defRPr sz="1600"/>
            </a:lvl9pPr>
          </a:lstStyle>
          <a:p>
            <a:endParaRPr/>
          </a:p>
        </p:txBody>
      </p:sp>
      <p:sp>
        <p:nvSpPr>
          <p:cNvPr id="70" name="Google Shape;70;p36"/>
          <p:cNvSpPr txBox="1">
            <a:spLocks noGrp="1"/>
          </p:cNvSpPr>
          <p:nvPr>
            <p:ph idx="3" type="body"/>
          </p:nvPr>
        </p:nvSpPr>
        <p:spPr>
          <a:xfrm>
            <a:off x="6193368" y="1357677"/>
            <a:ext cx="5242984" cy="639762"/>
          </a:xfrm>
          <a:prstGeom prst="rect">
            <a:avLst/>
          </a:prstGeom>
          <a:noFill/>
          <a:ln>
            <a:noFill/>
          </a:ln>
        </p:spPr>
        <p:txBody>
          <a:bodyPr anchor="t" anchorCtr="0" bIns="45700" lIns="91425" numCol="1" rIns="91425" spcFirstLastPara="1" tIns="45700" wrap="square">
            <a:noAutofit/>
          </a:bodyPr>
          <a:lstStyle>
            <a:lvl1pPr algn="l" indent="-228600" lvl="0" marL="457200">
              <a:lnSpc>
                <a:spcPct val="100000"/>
              </a:lnSpc>
              <a:spcBef>
                <a:spcPts val="600"/>
              </a:spcBef>
              <a:spcAft>
                <a:spcPts val="0"/>
              </a:spcAft>
              <a:buClr>
                <a:schemeClr val="dk1"/>
              </a:buClr>
              <a:buSzPts val="1800"/>
              <a:buFont typeface="Quattrocento Sans"/>
              <a:buNone/>
              <a:defRPr b="1" sz="1800"/>
            </a:lvl1pPr>
            <a:lvl2pPr algn="l" indent="-228600" lvl="1" marL="914400">
              <a:lnSpc>
                <a:spcPct val="90000"/>
              </a:lnSpc>
              <a:spcBef>
                <a:spcPts val="800"/>
              </a:spcBef>
              <a:spcAft>
                <a:spcPts val="0"/>
              </a:spcAft>
              <a:buSzPts val="2000"/>
              <a:buNone/>
              <a:defRPr b="1" sz="2000"/>
            </a:lvl2pPr>
            <a:lvl3pPr algn="l" indent="-228600" lvl="2" marL="1371600">
              <a:lnSpc>
                <a:spcPct val="100000"/>
              </a:lnSpc>
              <a:spcBef>
                <a:spcPts val="600"/>
              </a:spcBef>
              <a:spcAft>
                <a:spcPts val="0"/>
              </a:spcAft>
              <a:buSzPts val="1800"/>
              <a:buNone/>
              <a:defRPr b="1" sz="1800"/>
            </a:lvl3pPr>
            <a:lvl4pPr algn="l" indent="-228600" lvl="3" marL="1828800">
              <a:lnSpc>
                <a:spcPct val="100000"/>
              </a:lnSpc>
              <a:spcBef>
                <a:spcPts val="0"/>
              </a:spcBef>
              <a:spcAft>
                <a:spcPts val="0"/>
              </a:spcAft>
              <a:buClr>
                <a:schemeClr val="dk1"/>
              </a:buClr>
              <a:buSzPts val="1600"/>
              <a:buFont typeface="Quattrocento Sans"/>
              <a:buNone/>
              <a:defRPr b="1" sz="1600"/>
            </a:lvl4pPr>
            <a:lvl5pPr algn="l" indent="-228600" lvl="4" marL="2286000">
              <a:lnSpc>
                <a:spcPct val="100000"/>
              </a:lnSpc>
              <a:spcBef>
                <a:spcPts val="600"/>
              </a:spcBef>
              <a:spcAft>
                <a:spcPts val="0"/>
              </a:spcAft>
              <a:buClr>
                <a:schemeClr val="dk1"/>
              </a:buClr>
              <a:buSzPts val="1600"/>
              <a:buFont typeface="Quattrocento Sans"/>
              <a:buNone/>
              <a:defRPr b="1" sz="1600"/>
            </a:lvl5pPr>
            <a:lvl6pPr algn="l" indent="-228600" lvl="5" marL="2743200">
              <a:spcBef>
                <a:spcPts val="600"/>
              </a:spcBef>
              <a:spcAft>
                <a:spcPts val="0"/>
              </a:spcAft>
              <a:buClr>
                <a:schemeClr val="dk1"/>
              </a:buClr>
              <a:buSzPts val="1600"/>
              <a:buNone/>
              <a:defRPr b="1" sz="1600"/>
            </a:lvl6pPr>
            <a:lvl7pPr algn="l" indent="-228600" lvl="6" marL="3200400">
              <a:spcBef>
                <a:spcPts val="320"/>
              </a:spcBef>
              <a:spcAft>
                <a:spcPts val="0"/>
              </a:spcAft>
              <a:buClr>
                <a:schemeClr val="dk1"/>
              </a:buClr>
              <a:buSzPts val="1600"/>
              <a:buNone/>
              <a:defRPr b="1" sz="1600"/>
            </a:lvl7pPr>
            <a:lvl8pPr algn="l" indent="-228600" lvl="7" marL="3657600">
              <a:spcBef>
                <a:spcPts val="320"/>
              </a:spcBef>
              <a:spcAft>
                <a:spcPts val="0"/>
              </a:spcAft>
              <a:buClr>
                <a:schemeClr val="dk1"/>
              </a:buClr>
              <a:buSzPts val="1600"/>
              <a:buNone/>
              <a:defRPr b="1" sz="1600"/>
            </a:lvl8pPr>
            <a:lvl9pPr algn="l" indent="-228600" lvl="8" marL="4114800">
              <a:spcBef>
                <a:spcPts val="320"/>
              </a:spcBef>
              <a:spcAft>
                <a:spcPts val="0"/>
              </a:spcAft>
              <a:buClr>
                <a:schemeClr val="dk1"/>
              </a:buClr>
              <a:buSzPts val="1600"/>
              <a:buNone/>
              <a:defRPr b="1" sz="1600"/>
            </a:lvl9pPr>
          </a:lstStyle>
          <a:p>
            <a:endParaRPr/>
          </a:p>
        </p:txBody>
      </p:sp>
      <p:sp>
        <p:nvSpPr>
          <p:cNvPr id="71" name="Google Shape;71;p36"/>
          <p:cNvSpPr txBox="1">
            <a:spLocks noGrp="1"/>
          </p:cNvSpPr>
          <p:nvPr>
            <p:ph idx="4" type="body"/>
          </p:nvPr>
        </p:nvSpPr>
        <p:spPr>
          <a:xfrm>
            <a:off x="6193368" y="2015108"/>
            <a:ext cx="5242984" cy="3951288"/>
          </a:xfrm>
          <a:prstGeom prst="rect">
            <a:avLst/>
          </a:prstGeom>
          <a:noFill/>
          <a:ln>
            <a:noFill/>
          </a:ln>
        </p:spPr>
        <p:txBody>
          <a:bodyPr anchor="t"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1800"/>
              <a:buFont typeface="Quattrocento Sans"/>
              <a:buNone/>
              <a:defRPr sz="1800"/>
            </a:lvl1pPr>
            <a:lvl2pPr algn="l" indent="-342900" lvl="1" marL="914400">
              <a:lnSpc>
                <a:spcPct val="90000"/>
              </a:lnSpc>
              <a:spcBef>
                <a:spcPts val="800"/>
              </a:spcBef>
              <a:spcAft>
                <a:spcPts val="0"/>
              </a:spcAft>
              <a:buSzPts val="1800"/>
              <a:buChar char="▪"/>
              <a:defRPr sz="1800"/>
            </a:lvl2pPr>
            <a:lvl3pPr algn="l" indent="-342900" lvl="2" marL="1371600">
              <a:lnSpc>
                <a:spcPct val="100000"/>
              </a:lnSpc>
              <a:spcBef>
                <a:spcPts val="600"/>
              </a:spcBef>
              <a:spcAft>
                <a:spcPts val="0"/>
              </a:spcAft>
              <a:buSzPts val="1800"/>
              <a:buChar char="–"/>
              <a:defRPr sz="1800"/>
            </a:lvl3pPr>
            <a:lvl4pPr algn="l" indent="-228600" lvl="3" marL="1828800">
              <a:lnSpc>
                <a:spcPct val="100000"/>
              </a:lnSpc>
              <a:spcBef>
                <a:spcPts val="0"/>
              </a:spcBef>
              <a:spcAft>
                <a:spcPts val="0"/>
              </a:spcAft>
              <a:buClr>
                <a:schemeClr val="dk1"/>
              </a:buClr>
              <a:buSzPts val="1800"/>
              <a:buFont typeface="Quattrocento Sans"/>
              <a:buNone/>
              <a:defRPr sz="1800"/>
            </a:lvl4pPr>
            <a:lvl5pPr algn="l" indent="-228600" lvl="4" marL="2286000">
              <a:lnSpc>
                <a:spcPct val="100000"/>
              </a:lnSpc>
              <a:spcBef>
                <a:spcPts val="600"/>
              </a:spcBef>
              <a:spcAft>
                <a:spcPts val="0"/>
              </a:spcAft>
              <a:buClr>
                <a:schemeClr val="dk1"/>
              </a:buClr>
              <a:buSzPts val="1800"/>
              <a:buFont typeface="Quattrocento Sans"/>
              <a:buNone/>
              <a:defRPr sz="1800"/>
            </a:lvl5pPr>
            <a:lvl6pPr algn="l" indent="-330200" lvl="5" marL="2743200">
              <a:spcBef>
                <a:spcPts val="600"/>
              </a:spcBef>
              <a:spcAft>
                <a:spcPts val="0"/>
              </a:spcAft>
              <a:buClr>
                <a:schemeClr val="dk1"/>
              </a:buClr>
              <a:buSzPts val="1600"/>
              <a:buChar char="•"/>
              <a:defRPr sz="1600"/>
            </a:lvl6pPr>
            <a:lvl7pPr algn="l" indent="-330200" lvl="6" marL="3200400">
              <a:spcBef>
                <a:spcPts val="320"/>
              </a:spcBef>
              <a:spcAft>
                <a:spcPts val="0"/>
              </a:spcAft>
              <a:buClr>
                <a:schemeClr val="dk1"/>
              </a:buClr>
              <a:buSzPts val="1600"/>
              <a:buChar char="•"/>
              <a:defRPr sz="1600"/>
            </a:lvl7pPr>
            <a:lvl8pPr algn="l" indent="-330200" lvl="7" marL="3657600">
              <a:spcBef>
                <a:spcPts val="320"/>
              </a:spcBef>
              <a:spcAft>
                <a:spcPts val="0"/>
              </a:spcAft>
              <a:buClr>
                <a:schemeClr val="dk1"/>
              </a:buClr>
              <a:buSzPts val="1600"/>
              <a:buChar char="•"/>
              <a:defRPr sz="1600"/>
            </a:lvl8pPr>
            <a:lvl9pPr algn="l" indent="-330200" lvl="8" marL="4114800">
              <a:spcBef>
                <a:spcPts val="320"/>
              </a:spcBef>
              <a:spcAft>
                <a:spcPts val="0"/>
              </a:spcAft>
              <a:buClr>
                <a:schemeClr val="dk1"/>
              </a:buClr>
              <a:buSzPts val="1600"/>
              <a:buChar char="•"/>
              <a:defRPr sz="1600"/>
            </a:lvl9pPr>
          </a:lstStyle>
          <a:p>
            <a:endParaRPr/>
          </a:p>
        </p:txBody>
      </p:sp>
      <p:cxnSp>
        <p:nvCxnSpPr>
          <p:cNvPr id="72" name="Google Shape;72;p36"/>
          <p:cNvCxnSpPr/>
          <p:nvPr/>
        </p:nvCxnSpPr>
        <p:spPr>
          <a:xfrm flipH="1">
            <a:off x="771453" y="1991361"/>
            <a:ext cx="5225064" cy="6079"/>
          </a:xfrm>
          <a:prstGeom prst="straightConnector1">
            <a:avLst/>
          </a:prstGeom>
          <a:noFill/>
          <a:ln cap="flat" cmpd="sng" w="9525">
            <a:solidFill>
              <a:srgbClr val="404040"/>
            </a:solidFill>
            <a:prstDash val="dash"/>
            <a:round/>
            <a:headEnd len="med" type="diamond" w="med"/>
            <a:tailEnd len="med" type="diamond" w="med"/>
          </a:ln>
        </p:spPr>
      </p:cxnSp>
      <p:cxnSp>
        <p:nvCxnSpPr>
          <p:cNvPr id="73" name="Google Shape;73;p36"/>
          <p:cNvCxnSpPr/>
          <p:nvPr/>
        </p:nvCxnSpPr>
        <p:spPr>
          <a:xfrm rot="10800000">
            <a:off x="6193370" y="1991360"/>
            <a:ext cx="5242981" cy="0"/>
          </a:xfrm>
          <a:prstGeom prst="straightConnector1">
            <a:avLst/>
          </a:prstGeom>
          <a:noFill/>
          <a:ln cap="flat" cmpd="sng" w="9525">
            <a:solidFill>
              <a:srgbClr val="404040"/>
            </a:solidFill>
            <a:prstDash val="dash"/>
            <a:round/>
            <a:headEnd len="med" type="diamond" w="med"/>
            <a:tailEnd len="med" type="diamond" w="med"/>
          </a:ln>
        </p:spPr>
      </p:cxnSp>
      <p:sp>
        <p:nvSpPr>
          <p:cNvPr id="74" name="Google Shape;74;p36"/>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0" presetSubtype="0">
                                  <p:stCondLst>
                                    <p:cond delay="0"/>
                                  </p:stCondLst>
                                  <p:childTnLst>
                                    <p:set>
                                      <p:cBhvr>
                                        <p:cTn dur="1" fill="hold" id="6">
                                          <p:stCondLst>
                                            <p:cond delay="0"/>
                                          </p:stCondLst>
                                        </p:cTn>
                                        <p:tgtEl>
                                          <p:spTgt spid="72"/>
                                        </p:tgtEl>
                                        <p:attrNameLst>
                                          <p:attrName>style.visibility</p:attrName>
                                        </p:attrNameLst>
                                      </p:cBhvr>
                                      <p:to>
                                        <p:strVal val="visible"/>
                                      </p:to>
                                    </p:set>
                                    <p:animEffect filter="fade" transition="in">
                                      <p:cBhvr>
                                        <p:cTn dur="500" id="7"/>
                                        <p:tgtEl>
                                          <p:spTgt spid="72"/>
                                        </p:tgtEl>
                                      </p:cBhvr>
                                    </p:animEffect>
                                  </p:childTnLst>
                                </p:cTn>
                              </p:par>
                            </p:childTnLst>
                          </p:cTn>
                        </p:par>
                        <p:par>
                          <p:cTn fill="hold" id="8">
                            <p:stCondLst>
                              <p:cond delay="500"/>
                            </p:stCondLst>
                            <p:childTnLst>
                              <p:par>
                                <p:cTn fill="hold" id="9" nodeType="afterEffect" presetClass="entr" presetID="10" presetSubtype="0">
                                  <p:stCondLst>
                                    <p:cond delay="0"/>
                                  </p:stCondLst>
                                  <p:childTnLst>
                                    <p:set>
                                      <p:cBhvr>
                                        <p:cTn dur="1" fill="hold" id="10">
                                          <p:stCondLst>
                                            <p:cond delay="0"/>
                                          </p:stCondLst>
                                        </p:cTn>
                                        <p:tgtEl>
                                          <p:spTgt spid="73"/>
                                        </p:tgtEl>
                                        <p:attrNameLst>
                                          <p:attrName>style.visibility</p:attrName>
                                        </p:attrNameLst>
                                      </p:cBhvr>
                                      <p:to>
                                        <p:strVal val="visible"/>
                                      </p:to>
                                    </p:set>
                                    <p:animEffect filter="fade" transition="in">
                                      <p:cBhvr>
                                        <p:cTn dur="500" id="11"/>
                                        <p:tgtEl>
                                          <p:spTgt spid="73"/>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37"/>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3200"/>
              <a:buFont typeface="Quattrocento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7"/>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sz="1000">
                <a:solidFill>
                  <a:srgbClr val="888888"/>
                </a:solidFill>
                <a:latin typeface="Arial"/>
                <a:ea typeface="Arial"/>
                <a:cs typeface="Arial"/>
                <a:sym typeface="Arial"/>
              </a:defRPr>
            </a:lvl1pPr>
            <a:lvl2pPr algn="ctr" indent="0" lvl="1" marL="0">
              <a:spcBef>
                <a:spcPts val="0"/>
              </a:spcBef>
              <a:buNone/>
              <a:defRPr sz="1000">
                <a:solidFill>
                  <a:srgbClr val="888888"/>
                </a:solidFill>
                <a:latin typeface="Arial"/>
                <a:ea typeface="Arial"/>
                <a:cs typeface="Arial"/>
                <a:sym typeface="Arial"/>
              </a:defRPr>
            </a:lvl2pPr>
            <a:lvl3pPr algn="ctr" indent="0" lvl="2" marL="0">
              <a:spcBef>
                <a:spcPts val="0"/>
              </a:spcBef>
              <a:buNone/>
              <a:defRPr sz="1000">
                <a:solidFill>
                  <a:srgbClr val="888888"/>
                </a:solidFill>
                <a:latin typeface="Arial"/>
                <a:ea typeface="Arial"/>
                <a:cs typeface="Arial"/>
                <a:sym typeface="Arial"/>
              </a:defRPr>
            </a:lvl3pPr>
            <a:lvl4pPr algn="ctr" indent="0" lvl="3" marL="0">
              <a:spcBef>
                <a:spcPts val="0"/>
              </a:spcBef>
              <a:buNone/>
              <a:defRPr sz="1000">
                <a:solidFill>
                  <a:srgbClr val="888888"/>
                </a:solidFill>
                <a:latin typeface="Arial"/>
                <a:ea typeface="Arial"/>
                <a:cs typeface="Arial"/>
                <a:sym typeface="Arial"/>
              </a:defRPr>
            </a:lvl4pPr>
            <a:lvl5pPr algn="ctr" indent="0" lvl="4" marL="0">
              <a:spcBef>
                <a:spcPts val="0"/>
              </a:spcBef>
              <a:buNone/>
              <a:defRPr sz="1000">
                <a:solidFill>
                  <a:srgbClr val="888888"/>
                </a:solidFill>
                <a:latin typeface="Arial"/>
                <a:ea typeface="Arial"/>
                <a:cs typeface="Arial"/>
                <a:sym typeface="Arial"/>
              </a:defRPr>
            </a:lvl5pPr>
            <a:lvl6pPr algn="ctr" indent="0" lvl="5" marL="0">
              <a:spcBef>
                <a:spcPts val="0"/>
              </a:spcBef>
              <a:buNone/>
              <a:defRPr sz="1000">
                <a:solidFill>
                  <a:srgbClr val="888888"/>
                </a:solidFill>
                <a:latin typeface="Arial"/>
                <a:ea typeface="Arial"/>
                <a:cs typeface="Arial"/>
                <a:sym typeface="Arial"/>
              </a:defRPr>
            </a:lvl6pPr>
            <a:lvl7pPr algn="ctr" indent="0" lvl="6" marL="0">
              <a:spcBef>
                <a:spcPts val="0"/>
              </a:spcBef>
              <a:buNone/>
              <a:defRPr sz="1000">
                <a:solidFill>
                  <a:srgbClr val="888888"/>
                </a:solidFill>
                <a:latin typeface="Arial"/>
                <a:ea typeface="Arial"/>
                <a:cs typeface="Arial"/>
                <a:sym typeface="Arial"/>
              </a:defRPr>
            </a:lvl7pPr>
            <a:lvl8pPr algn="ctr" indent="0" lvl="7" marL="0">
              <a:spcBef>
                <a:spcPts val="0"/>
              </a:spcBef>
              <a:buNone/>
              <a:defRPr sz="1000">
                <a:solidFill>
                  <a:srgbClr val="888888"/>
                </a:solidFill>
                <a:latin typeface="Arial"/>
                <a:ea typeface="Arial"/>
                <a:cs typeface="Arial"/>
                <a:sym typeface="Arial"/>
              </a:defRPr>
            </a:lvl8pPr>
            <a:lvl9pPr algn="ctr" indent="0" lvl="8" marL="0">
              <a:spcBef>
                <a:spcPts val="0"/>
              </a:spcBef>
              <a:buNone/>
              <a:defRPr sz="1000">
                <a:solidFill>
                  <a:srgbClr val="888888"/>
                </a:solidFill>
                <a:latin typeface="Arial"/>
                <a:ea typeface="Arial"/>
                <a:cs typeface="Arial"/>
                <a:sym typeface="Arial"/>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8"/>
        <p:cNvGrpSpPr/>
        <p:nvPr/>
      </p:nvGrpSpPr>
      <p:grpSpPr>
        <a:xfrm>
          <a:off x="0" y="0"/>
          <a:ext cx="0" cy="0"/>
          <a:chOff x="0" y="0"/>
          <a:chExt cx="0" cy="0"/>
        </a:xfrm>
      </p:grpSpPr>
      <p:sp>
        <p:nvSpPr>
          <p:cNvPr id="79" name="Google Shape;79;p38"/>
          <p:cNvSpPr txBox="1">
            <a:spLocks noGrp="1"/>
          </p:cNvSpPr>
          <p:nvPr>
            <p:ph idx="12" type="sldNum"/>
          </p:nvPr>
        </p:nvSpPr>
        <p:spPr>
          <a:xfrm>
            <a:off x="4732301" y="6629400"/>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80"/>
        <p:cNvGrpSpPr/>
        <p:nvPr/>
      </p:nvGrpSpPr>
      <p:grpSpPr>
        <a:xfrm>
          <a:off x="0" y="0"/>
          <a:ext cx="0" cy="0"/>
          <a:chOff x="0" y="0"/>
          <a:chExt cx="0" cy="0"/>
        </a:xfrm>
      </p:grpSpPr>
      <p:sp>
        <p:nvSpPr>
          <p:cNvPr id="81" name="Google Shape;81;p39"/>
          <p:cNvSpPr txBox="1">
            <a:spLocks noGrp="1"/>
          </p:cNvSpPr>
          <p:nvPr>
            <p:ph type="title"/>
          </p:nvPr>
        </p:nvSpPr>
        <p:spPr>
          <a:xfrm>
            <a:off x="771455" y="4206558"/>
            <a:ext cx="10664896" cy="902020"/>
          </a:xfrm>
          <a:prstGeom prst="rect">
            <a:avLst/>
          </a:prstGeom>
          <a:noFill/>
          <a:ln>
            <a:noFill/>
          </a:ln>
        </p:spPr>
        <p:txBody>
          <a:bodyPr anchor="b" anchorCtr="0" bIns="45700" lIns="0" numCol="1" rIns="0" spcFirstLastPara="1" tIns="45700" wrap="square">
            <a:noAutofit/>
          </a:bodyPr>
          <a:lstStyle>
            <a:lvl1pPr algn="l" lvl="0">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82" name="Google Shape;82;p39"/>
          <p:cNvCxnSpPr/>
          <p:nvPr/>
        </p:nvCxnSpPr>
        <p:spPr>
          <a:xfrm rot="10800000">
            <a:off x="771457" y="4114800"/>
            <a:ext cx="10664895" cy="0"/>
          </a:xfrm>
          <a:prstGeom prst="straightConnector1">
            <a:avLst/>
          </a:prstGeom>
          <a:noFill/>
          <a:ln cap="flat" cmpd="sng" w="9525">
            <a:solidFill>
              <a:srgbClr val="404040"/>
            </a:solidFill>
            <a:prstDash val="dash"/>
            <a:round/>
            <a:headEnd len="med" type="diamond" w="med"/>
            <a:tailEnd len="med" type="diamond" w="med"/>
          </a:ln>
        </p:spPr>
      </p:cxnSp>
      <p:sp>
        <p:nvSpPr>
          <p:cNvPr id="83" name="Google Shape;83;p39"/>
          <p:cNvSpPr txBox="1">
            <a:spLocks noGrp="1"/>
          </p:cNvSpPr>
          <p:nvPr>
            <p:ph idx="1" type="body"/>
          </p:nvPr>
        </p:nvSpPr>
        <p:spPr>
          <a:xfrm>
            <a:off x="771457" y="3327400"/>
            <a:ext cx="10664895" cy="685800"/>
          </a:xfrm>
          <a:prstGeom prst="rect">
            <a:avLst/>
          </a:prstGeom>
          <a:noFill/>
          <a:ln>
            <a:noFill/>
          </a:ln>
        </p:spPr>
        <p:txBody>
          <a:bodyPr anchor="b" anchorCtr="0" bIns="45700" lIns="91425" numCol="1" rIns="91425" spcFirstLastPara="1" tIns="45700" wrap="square">
            <a:normAutofit/>
          </a:bodyPr>
          <a:lstStyle>
            <a:lvl1pPr algn="l" indent="-228600" lvl="0" marL="457200">
              <a:lnSpc>
                <a:spcPct val="100000"/>
              </a:lnSpc>
              <a:spcBef>
                <a:spcPts val="600"/>
              </a:spcBef>
              <a:spcAft>
                <a:spcPts val="0"/>
              </a:spcAft>
              <a:buClr>
                <a:schemeClr val="dk1"/>
              </a:buClr>
              <a:buSzPts val="2000"/>
              <a:buFont typeface="Quattrocento Sans"/>
              <a:buNone/>
              <a:defRPr sz="2000"/>
            </a:lvl1pPr>
            <a:lvl2pPr algn="l" indent="-342900" lvl="1" marL="914400">
              <a:lnSpc>
                <a:spcPct val="90000"/>
              </a:lnSpc>
              <a:spcBef>
                <a:spcPts val="800"/>
              </a:spcBef>
              <a:spcAft>
                <a:spcPts val="0"/>
              </a:spcAft>
              <a:buSzPts val="1800"/>
              <a:buChar char="▪"/>
              <a:defRPr/>
            </a:lvl2pPr>
            <a:lvl3pPr algn="l" indent="-342900" lvl="2" marL="1371600">
              <a:lnSpc>
                <a:spcPct val="100000"/>
              </a:lnSpc>
              <a:spcBef>
                <a:spcPts val="600"/>
              </a:spcBef>
              <a:spcAft>
                <a:spcPts val="0"/>
              </a:spcAft>
              <a:buSzPts val="1800"/>
              <a:buChar char="–"/>
              <a:defRPr/>
            </a:lvl3pPr>
            <a:lvl4pPr algn="l" indent="-228600" lvl="3" marL="1828800">
              <a:lnSpc>
                <a:spcPct val="100000"/>
              </a:lnSpc>
              <a:spcBef>
                <a:spcPts val="0"/>
              </a:spcBef>
              <a:spcAft>
                <a:spcPts val="0"/>
              </a:spcAft>
              <a:buClr>
                <a:schemeClr val="dk1"/>
              </a:buClr>
              <a:buSzPts val="1800"/>
              <a:buNone/>
              <a:defRPr/>
            </a:lvl4pPr>
            <a:lvl5pPr algn="l" indent="-228600" lvl="4" marL="2286000">
              <a:lnSpc>
                <a:spcPct val="100000"/>
              </a:lnSpc>
              <a:spcBef>
                <a:spcPts val="600"/>
              </a:spcBef>
              <a:spcAft>
                <a:spcPts val="0"/>
              </a:spcAft>
              <a:buClr>
                <a:schemeClr val="dk1"/>
              </a:buClr>
              <a:buSzPts val="1800"/>
              <a:buNone/>
              <a:defRPr/>
            </a:lvl5pPr>
            <a:lvl6pPr algn="l" indent="-342900" lvl="5" marL="2743200">
              <a:spcBef>
                <a:spcPts val="600"/>
              </a:spcBef>
              <a:spcAft>
                <a:spcPts val="0"/>
              </a:spcAft>
              <a:buClr>
                <a:schemeClr val="dk1"/>
              </a:buClr>
              <a:buSzPts val="1800"/>
              <a:buChar char="•"/>
              <a:defRPr/>
            </a:lvl6pPr>
            <a:lvl7pPr algn="l" indent="-342900" lvl="6" marL="3200400">
              <a:spcBef>
                <a:spcPts val="360"/>
              </a:spcBef>
              <a:spcAft>
                <a:spcPts val="0"/>
              </a:spcAft>
              <a:buClr>
                <a:schemeClr val="dk1"/>
              </a:buClr>
              <a:buSzPts val="1800"/>
              <a:buChar char="•"/>
              <a:defRPr/>
            </a:lvl7pPr>
            <a:lvl8pPr algn="l" indent="-342900" lvl="7" marL="3657600">
              <a:spcBef>
                <a:spcPts val="360"/>
              </a:spcBef>
              <a:spcAft>
                <a:spcPts val="0"/>
              </a:spcAft>
              <a:buClr>
                <a:schemeClr val="dk1"/>
              </a:buClr>
              <a:buSzPts val="1800"/>
              <a:buChar char="•"/>
              <a:defRPr/>
            </a:lvl8pPr>
            <a:lvl9pPr algn="l" indent="-342900" lvl="8" marL="4114800">
              <a:spcBef>
                <a:spcPts val="360"/>
              </a:spcBef>
              <a:spcAft>
                <a:spcPts val="0"/>
              </a:spcAft>
              <a:buClr>
                <a:schemeClr val="dk1"/>
              </a:buClr>
              <a:buSzPts val="1800"/>
              <a:buChar char="•"/>
              <a:defRPr/>
            </a:lvl9pPr>
          </a:lstStyle>
          <a:p>
            <a:endParaRPr/>
          </a:p>
        </p:txBody>
      </p:sp>
      <p:sp>
        <p:nvSpPr>
          <p:cNvPr id="84" name="Google Shape;84;p39"/>
          <p:cNvSpPr txBox="1">
            <a:spLocks noGrp="1"/>
          </p:cNvSpPr>
          <p:nvPr>
            <p:ph idx="12" type="sldNum"/>
          </p:nvPr>
        </p:nvSpPr>
        <p:spPr>
          <a:xfrm>
            <a:off x="4732301" y="6629400"/>
            <a:ext cx="2743200" cy="193088"/>
          </a:xfrm>
          <a:prstGeom prst="rect">
            <a:avLst/>
          </a:prstGeom>
          <a:noFill/>
          <a:ln>
            <a:noFill/>
          </a:ln>
        </p:spPr>
        <p:txBody>
          <a:bodyPr anchor="ctr" anchorCtr="0" bIns="45700" lIns="91425" numCol="1" rIns="91425" spcFirstLastPara="1" tIns="45700" wrap="square">
            <a:noAutofit/>
          </a:bodyPr>
          <a:lstStyle>
            <a:lvl1pPr algn="ctr" indent="0" lvl="0" marL="0">
              <a:spcBef>
                <a:spcPts val="0"/>
              </a:spcBef>
              <a:buNone/>
              <a:defRPr/>
            </a:lvl1pPr>
            <a:lvl2pPr algn="ctr" indent="0" lvl="1" marL="0">
              <a:spcBef>
                <a:spcPts val="0"/>
              </a:spcBef>
              <a:buNone/>
              <a:defRPr/>
            </a:lvl2pPr>
            <a:lvl3pPr algn="ctr" indent="0" lvl="2" marL="0">
              <a:spcBef>
                <a:spcPts val="0"/>
              </a:spcBef>
              <a:buNone/>
              <a:defRPr/>
            </a:lvl3pPr>
            <a:lvl4pPr algn="ctr" indent="0" lvl="3" marL="0">
              <a:spcBef>
                <a:spcPts val="0"/>
              </a:spcBef>
              <a:buNone/>
              <a:defRPr/>
            </a:lvl4pPr>
            <a:lvl5pPr algn="ctr" indent="0" lvl="4" marL="0">
              <a:spcBef>
                <a:spcPts val="0"/>
              </a:spcBef>
              <a:buNone/>
              <a:defRPr/>
            </a:lvl5pPr>
            <a:lvl6pPr algn="ctr" indent="0" lvl="5" marL="0">
              <a:spcBef>
                <a:spcPts val="0"/>
              </a:spcBef>
              <a:buNone/>
              <a:defRPr/>
            </a:lvl6pPr>
            <a:lvl7pPr algn="ctr" indent="0" lvl="6" marL="0">
              <a:spcBef>
                <a:spcPts val="0"/>
              </a:spcBef>
              <a:buNone/>
              <a:defRPr/>
            </a:lvl7pPr>
            <a:lvl8pPr algn="ctr" indent="0" lvl="7" marL="0">
              <a:spcBef>
                <a:spcPts val="0"/>
              </a:spcBef>
              <a:buNone/>
              <a:defRPr/>
            </a:lvl8pPr>
            <a:lvl9pPr algn="ctr" indent="0" lvl="8" marL="0">
              <a:spcBef>
                <a:spcPts val="0"/>
              </a:spcBef>
              <a:buNone/>
              <a:defRPr/>
            </a:lvl9pPr>
          </a:lstStyle>
          <a:p>
            <a:pPr algn="ctr" indent="0" lvl="0" marL="0" rtl="0">
              <a:spcBef>
                <a:spcPts val="0"/>
              </a:spcBef>
              <a:spcAft>
                <a:spcPts val="0"/>
              </a:spcAft>
              <a:buNone/>
            </a:pPr>
            <a:fld id="{00000000-1234-1234-1234-123412341234}" type="slidenum">
              <a:rPr lang="en-US"/>
              <a:t>‹#›</a:t>
            </a:fld>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0" presetSubtype="0">
                                  <p:stCondLst>
                                    <p:cond delay="0"/>
                                  </p:stCondLst>
                                  <p:childTnLst>
                                    <p:set>
                                      <p:cBhvr>
                                        <p:cTn dur="1" fill="hold" id="6">
                                          <p:stCondLst>
                                            <p:cond delay="0"/>
                                          </p:stCondLst>
                                        </p:cTn>
                                        <p:tgtEl>
                                          <p:spTgt spid="82"/>
                                        </p:tgtEl>
                                        <p:attrNameLst>
                                          <p:attrName>style.visibility</p:attrName>
                                        </p:attrNameLst>
                                      </p:cBhvr>
                                      <p:to>
                                        <p:strVal val="visible"/>
                                      </p:to>
                                    </p:set>
                                    <p:animEffect filter="fade" transition="in">
                                      <p:cBhvr>
                                        <p:cTn dur="1000" id="7"/>
                                        <p:tgtEl>
                                          <p:spTgt spid="82"/>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85"/>
        <p:cNvGrpSpPr/>
        <p:nvPr/>
      </p:nvGrpSpPr>
      <p:grpSpPr>
        <a:xfrm>
          <a:off x="0" y="0"/>
          <a:ext cx="0" cy="0"/>
          <a:chOff x="0" y="0"/>
          <a:chExt cx="0" cy="0"/>
        </a:xfrm>
      </p:grpSpPr>
      <p:sp>
        <p:nvSpPr>
          <p:cNvPr id="86" name="Google Shape;86;p40"/>
          <p:cNvSpPr txBox="1">
            <a:spLocks noGrp="1"/>
          </p:cNvSpPr>
          <p:nvPr>
            <p:ph type="title"/>
          </p:nvPr>
        </p:nvSpPr>
        <p:spPr>
          <a:xfrm>
            <a:off x="773431" y="4337229"/>
            <a:ext cx="10662920" cy="530860"/>
          </a:xfrm>
          <a:prstGeom prst="rect">
            <a:avLst/>
          </a:prstGeom>
          <a:noFill/>
          <a:ln>
            <a:noFill/>
          </a:ln>
        </p:spPr>
        <p:txBody>
          <a:bodyPr anchor="t" anchorCtr="0" bIns="45700" lIns="0" numCol="1" rIns="0" spcFirstLastPara="1" tIns="45700" wrap="square">
            <a:noAutofit/>
          </a:bodyPr>
          <a:lstStyle>
            <a:lvl1pPr algn="l" lvl="0">
              <a:lnSpc>
                <a:spcPct val="90000"/>
              </a:lnSpc>
              <a:spcBef>
                <a:spcPts val="0"/>
              </a:spcBef>
              <a:spcAft>
                <a:spcPts val="0"/>
              </a:spcAft>
              <a:buClr>
                <a:schemeClr val="dk1"/>
              </a:buClr>
              <a:buSzPts val="3200"/>
              <a:buFont typeface="Quattrocento Sans"/>
              <a:buNone/>
              <a:defRPr b="1" cap="none"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40"/>
          <p:cNvSpPr txBox="1">
            <a:spLocks noGrp="1"/>
          </p:cNvSpPr>
          <p:nvPr>
            <p:ph idx="1" type="body"/>
          </p:nvPr>
        </p:nvSpPr>
        <p:spPr>
          <a:xfrm>
            <a:off x="773431" y="4978069"/>
            <a:ext cx="10662920" cy="538479"/>
          </a:xfrm>
          <a:prstGeom prst="rect">
            <a:avLst/>
          </a:prstGeom>
          <a:noFill/>
          <a:ln>
            <a:noFill/>
          </a:ln>
        </p:spPr>
        <p:txBody>
          <a:bodyPr anchor="t" anchorCtr="0" bIns="45700" lIns="0" numCol="1" rIns="0" spcFirstLastPara="1" tIns="45700" wrap="square">
            <a:normAutofit/>
          </a:bodyPr>
          <a:lstStyle>
            <a:lvl1pPr algn="l" indent="-228600" lvl="0" marL="457200">
              <a:lnSpc>
                <a:spcPct val="100000"/>
              </a:lnSpc>
              <a:spcBef>
                <a:spcPts val="600"/>
              </a:spcBef>
              <a:spcAft>
                <a:spcPts val="0"/>
              </a:spcAft>
              <a:buClr>
                <a:schemeClr val="dk1"/>
              </a:buClr>
              <a:buSzPts val="2400"/>
              <a:buFont typeface="Quattrocento Sans"/>
              <a:buNone/>
              <a:defRPr sz="2400">
                <a:solidFill>
                  <a:schemeClr val="dk1"/>
                </a:solidFill>
              </a:defRPr>
            </a:lvl1pPr>
            <a:lvl2pPr algn="l" indent="-228600" lvl="1" marL="914400">
              <a:lnSpc>
                <a:spcPct val="90000"/>
              </a:lnSpc>
              <a:spcBef>
                <a:spcPts val="800"/>
              </a:spcBef>
              <a:spcAft>
                <a:spcPts val="0"/>
              </a:spcAft>
              <a:buSzPts val="1800"/>
              <a:buNone/>
              <a:defRPr sz="1800">
                <a:solidFill>
                  <a:srgbClr val="888888"/>
                </a:solidFill>
              </a:defRPr>
            </a:lvl2pPr>
            <a:lvl3pPr algn="l" indent="-228600" lvl="2" marL="1371600">
              <a:lnSpc>
                <a:spcPct val="100000"/>
              </a:lnSpc>
              <a:spcBef>
                <a:spcPts val="600"/>
              </a:spcBef>
              <a:spcAft>
                <a:spcPts val="0"/>
              </a:spcAft>
              <a:buSzPts val="1600"/>
              <a:buNone/>
              <a:defRPr sz="1600">
                <a:solidFill>
                  <a:srgbClr val="888888"/>
                </a:solidFill>
              </a:defRPr>
            </a:lvl3pPr>
            <a:lvl4pPr algn="l" indent="-228600" lvl="3" marL="1828800">
              <a:lnSpc>
                <a:spcPct val="100000"/>
              </a:lnSpc>
              <a:spcBef>
                <a:spcPts val="0"/>
              </a:spcBef>
              <a:spcAft>
                <a:spcPts val="0"/>
              </a:spcAft>
              <a:buClr>
                <a:srgbClr val="888888"/>
              </a:buClr>
              <a:buSzPts val="1400"/>
              <a:buFont typeface="Quattrocento Sans"/>
              <a:buNone/>
              <a:defRPr sz="1400">
                <a:solidFill>
                  <a:srgbClr val="888888"/>
                </a:solidFill>
              </a:defRPr>
            </a:lvl4pPr>
            <a:lvl5pPr algn="l" indent="-228600" lvl="4" marL="2286000">
              <a:lnSpc>
                <a:spcPct val="100000"/>
              </a:lnSpc>
              <a:spcBef>
                <a:spcPts val="600"/>
              </a:spcBef>
              <a:spcAft>
                <a:spcPts val="0"/>
              </a:spcAft>
              <a:buClr>
                <a:srgbClr val="888888"/>
              </a:buClr>
              <a:buSzPts val="1400"/>
              <a:buFont typeface="Quattrocento Sans"/>
              <a:buNone/>
              <a:defRPr sz="1400">
                <a:solidFill>
                  <a:srgbClr val="888888"/>
                </a:solidFill>
              </a:defRPr>
            </a:lvl5pPr>
            <a:lvl6pPr algn="l" indent="-228600" lvl="5" marL="2743200">
              <a:spcBef>
                <a:spcPts val="600"/>
              </a:spcBef>
              <a:spcAft>
                <a:spcPts val="0"/>
              </a:spcAft>
              <a:buClr>
                <a:srgbClr val="888888"/>
              </a:buClr>
              <a:buSzPts val="1400"/>
              <a:buNone/>
              <a:defRPr sz="1400">
                <a:solidFill>
                  <a:srgbClr val="888888"/>
                </a:solidFill>
              </a:defRPr>
            </a:lvl6pPr>
            <a:lvl7pPr algn="l" indent="-228600" lvl="6" marL="3200400">
              <a:spcBef>
                <a:spcPts val="280"/>
              </a:spcBef>
              <a:spcAft>
                <a:spcPts val="0"/>
              </a:spcAft>
              <a:buClr>
                <a:srgbClr val="888888"/>
              </a:buClr>
              <a:buSzPts val="1400"/>
              <a:buNone/>
              <a:defRPr sz="1400">
                <a:solidFill>
                  <a:srgbClr val="888888"/>
                </a:solidFill>
              </a:defRPr>
            </a:lvl7pPr>
            <a:lvl8pPr algn="l" indent="-228600" lvl="7" marL="3657600">
              <a:spcBef>
                <a:spcPts val="280"/>
              </a:spcBef>
              <a:spcAft>
                <a:spcPts val="0"/>
              </a:spcAft>
              <a:buClr>
                <a:srgbClr val="888888"/>
              </a:buClr>
              <a:buSzPts val="1400"/>
              <a:buNone/>
              <a:defRPr sz="1400">
                <a:solidFill>
                  <a:srgbClr val="888888"/>
                </a:solidFill>
              </a:defRPr>
            </a:lvl8pPr>
            <a:lvl9pPr algn="l" indent="-228600" lvl="8" marL="4114800">
              <a:spcBef>
                <a:spcPts val="280"/>
              </a:spcBef>
              <a:spcAft>
                <a:spcPts val="0"/>
              </a:spcAft>
              <a:buClr>
                <a:srgbClr val="888888"/>
              </a:buClr>
              <a:buSzPts val="1400"/>
              <a:buNone/>
              <a:defRPr sz="1400">
                <a:solidFill>
                  <a:srgbClr val="888888"/>
                </a:solidFill>
              </a:defRPr>
            </a:lvl9pPr>
          </a:lstStyle>
          <a:p>
            <a:endParaRPr/>
          </a:p>
        </p:txBody>
      </p:sp>
      <p:sp>
        <p:nvSpPr>
          <p:cNvPr id="88" name="Google Shape;88;p40"/>
          <p:cNvSpPr/>
          <p:nvPr/>
        </p:nvSpPr>
        <p:spPr>
          <a:xfrm flipH="1">
            <a:off x="475151" y="4406902"/>
            <a:ext cx="171873" cy="916939"/>
          </a:xfrm>
          <a:prstGeom prst="rect">
            <a:avLst/>
          </a:prstGeom>
          <a:solidFill>
            <a:srgbClr val="BAA564"/>
          </a:solidFill>
          <a:ln>
            <a:noFill/>
          </a:ln>
        </p:spPr>
        <p:txBody>
          <a:bodyPr anchor="ctr" anchorCtr="0" bIns="45700" lIns="91425" numCol="1" rIns="91425" spcFirstLastPara="1" tIns="45700" wrap="square">
            <a:noAutofit/>
          </a:bodyPr>
          <a:lstStyle/>
          <a:p>
            <a:pPr algn="ctr" indent="0" lvl="0" marL="0" marR="0" rtl="0">
              <a:spcBef>
                <a:spcPts val="0"/>
              </a:spcBef>
              <a:spcAft>
                <a:spcPts val="0"/>
              </a:spcAft>
              <a:buNone/>
            </a:pPr>
            <a:endParaRPr sz="1400">
              <a:solidFill>
                <a:schemeClr val="lt1"/>
              </a:solidFill>
              <a:latin typeface="Arial"/>
              <a:ea typeface="Arial"/>
              <a:cs typeface="Arial"/>
              <a:sym typeface="Arial"/>
            </a:endParaRPr>
          </a:p>
        </p:txBody>
      </p:sp>
      <p:pic>
        <p:nvPicPr>
          <p:cNvPr id="89" name="Google Shape;89;p40"/>
          <p:cNvPicPr preferRelativeResize="0"/>
          <p:nvPr/>
        </p:nvPicPr>
        <p:blipFill rotWithShape="1">
          <a:blip r:embed="rId2">
            <a:alphaModFix/>
          </a:blip>
          <a:srcRect/>
          <a:stretch/>
        </p:blipFill>
        <p:spPr>
          <a:xfrm>
            <a:off x="0" y="3979864"/>
            <a:ext cx="12192000" cy="134937"/>
          </a:xfrm>
          <a:prstGeom prst="rect">
            <a:avLst/>
          </a:prstGeom>
          <a:noFill/>
          <a:ln>
            <a:noFill/>
          </a:ln>
        </p:spPr>
      </p:pic>
      <p:sp>
        <p:nvSpPr>
          <p:cNvPr id="90" name="Google Shape;90;p40"/>
          <p:cNvSpPr txBox="1">
            <a:spLocks noGrp="1"/>
          </p:cNvSpPr>
          <p:nvPr>
            <p:ph idx="2" type="body"/>
          </p:nvPr>
        </p:nvSpPr>
        <p:spPr>
          <a:xfrm>
            <a:off x="772584" y="5702300"/>
            <a:ext cx="5137149" cy="673100"/>
          </a:xfrm>
          <a:prstGeom prst="rect">
            <a:avLst/>
          </a:prstGeom>
          <a:noFill/>
          <a:ln>
            <a:noFill/>
          </a:ln>
        </p:spPr>
        <p:txBody>
          <a:bodyPr anchor="t" anchorCtr="0" bIns="45700" lIns="91425" numCol="1" rIns="91425" spcFirstLastPara="1" tIns="45700" wrap="square">
            <a:noAutofit/>
          </a:bodyPr>
          <a:lstStyle>
            <a:lvl1pPr algn="l" indent="-228600" lvl="0" marL="457200">
              <a:lnSpc>
                <a:spcPct val="100000"/>
              </a:lnSpc>
              <a:spcBef>
                <a:spcPts val="0"/>
              </a:spcBef>
              <a:spcAft>
                <a:spcPts val="0"/>
              </a:spcAft>
              <a:buClr>
                <a:schemeClr val="dk1"/>
              </a:buClr>
              <a:buSzPts val="1800"/>
              <a:buFont typeface="Quattrocento Sans"/>
              <a:buNone/>
              <a:defRPr sz="1800"/>
            </a:lvl1pPr>
            <a:lvl2pPr algn="l" indent="-228600" lvl="1" marL="914400">
              <a:lnSpc>
                <a:spcPct val="80000"/>
              </a:lnSpc>
              <a:spcBef>
                <a:spcPts val="360"/>
              </a:spcBef>
              <a:spcAft>
                <a:spcPts val="0"/>
              </a:spcAft>
              <a:buSzPts val="1800"/>
              <a:buFont typeface="Quattrocento Sans"/>
              <a:buNone/>
              <a:defRPr sz="1800"/>
            </a:lvl2pPr>
            <a:lvl3pPr algn="l" indent="-228600" lvl="2" marL="1371600">
              <a:lnSpc>
                <a:spcPct val="80000"/>
              </a:lnSpc>
              <a:spcBef>
                <a:spcPts val="600"/>
              </a:spcBef>
              <a:spcAft>
                <a:spcPts val="0"/>
              </a:spcAft>
              <a:buSzPts val="1800"/>
              <a:buFont typeface="Quattrocento Sans"/>
              <a:buNone/>
              <a:defRPr sz="1800"/>
            </a:lvl3pPr>
            <a:lvl4pPr algn="l" indent="-228600" lvl="3" marL="1828800">
              <a:lnSpc>
                <a:spcPct val="80000"/>
              </a:lnSpc>
              <a:spcBef>
                <a:spcPts val="0"/>
              </a:spcBef>
              <a:spcAft>
                <a:spcPts val="0"/>
              </a:spcAft>
              <a:buClr>
                <a:schemeClr val="dk1"/>
              </a:buClr>
              <a:buSzPts val="1800"/>
              <a:buFont typeface="Quattrocento Sans"/>
              <a:buNone/>
              <a:defRPr sz="1800"/>
            </a:lvl4pPr>
            <a:lvl5pPr algn="l" indent="-228600" lvl="4" marL="2286000">
              <a:lnSpc>
                <a:spcPct val="80000"/>
              </a:lnSpc>
              <a:spcBef>
                <a:spcPts val="600"/>
              </a:spcBef>
              <a:spcAft>
                <a:spcPts val="0"/>
              </a:spcAft>
              <a:buClr>
                <a:schemeClr val="dk1"/>
              </a:buClr>
              <a:buSzPts val="1800"/>
              <a:buFont typeface="Quattrocento Sans"/>
              <a:buNone/>
              <a:defRPr sz="1800"/>
            </a:lvl5pPr>
            <a:lvl6pPr algn="l" indent="-342900" lvl="5" marL="2743200">
              <a:spcBef>
                <a:spcPts val="600"/>
              </a:spcBef>
              <a:spcAft>
                <a:spcPts val="0"/>
              </a:spcAft>
              <a:buClr>
                <a:schemeClr val="dk1"/>
              </a:buClr>
              <a:buSzPts val="1800"/>
              <a:buChar char="•"/>
              <a:defRPr/>
            </a:lvl6pPr>
            <a:lvl7pPr algn="l" indent="-342900" lvl="6" marL="3200400">
              <a:spcBef>
                <a:spcPts val="360"/>
              </a:spcBef>
              <a:spcAft>
                <a:spcPts val="0"/>
              </a:spcAft>
              <a:buClr>
                <a:schemeClr val="dk1"/>
              </a:buClr>
              <a:buSzPts val="1800"/>
              <a:buChar char="•"/>
              <a:defRPr/>
            </a:lvl7pPr>
            <a:lvl8pPr algn="l" indent="-342900" lvl="7" marL="3657600">
              <a:spcBef>
                <a:spcPts val="360"/>
              </a:spcBef>
              <a:spcAft>
                <a:spcPts val="0"/>
              </a:spcAft>
              <a:buClr>
                <a:schemeClr val="dk1"/>
              </a:buClr>
              <a:buSzPts val="1800"/>
              <a:buChar char="•"/>
              <a:defRPr/>
            </a:lvl8pPr>
            <a:lvl9pPr algn="l" indent="-342900" lvl="8" marL="4114800">
              <a:spcBef>
                <a:spcPts val="360"/>
              </a:spcBef>
              <a:spcAft>
                <a:spcPts val="0"/>
              </a:spcAft>
              <a:buClr>
                <a:schemeClr val="dk1"/>
              </a:buClr>
              <a:buSzPts val="1800"/>
              <a:buChar char="•"/>
              <a:defRPr/>
            </a:lvl9pPr>
          </a:lstStyle>
          <a:p>
            <a:endParaRPr/>
          </a:p>
        </p:txBody>
      </p:sp>
      <p:sp>
        <p:nvSpPr>
          <p:cNvPr id="91" name="Google Shape;91;p40"/>
          <p:cNvSpPr/>
          <p:nvPr/>
        </p:nvSpPr>
        <p:spPr>
          <a:xfrm>
            <a:off x="0" y="1"/>
            <a:ext cx="12192000" cy="3979862"/>
          </a:xfrm>
          <a:prstGeom prst="rect">
            <a:avLst/>
          </a:prstGeom>
          <a:solidFill>
            <a:schemeClr val="dk2"/>
          </a:solidFill>
          <a:ln>
            <a:noFill/>
          </a:ln>
        </p:spPr>
        <p:txBody>
          <a:bodyPr anchor="ctr" anchorCtr="0" bIns="45700" lIns="91425" numCol="1" rIns="91425" spcFirstLastPara="1" tIns="45700" wrap="square">
            <a:noAutofit/>
          </a:bodyPr>
          <a:lstStyle/>
          <a:p>
            <a:pPr algn="ctr" indent="0" lvl="0" marL="0" marR="0" rtl="0">
              <a:spcBef>
                <a:spcPts val="0"/>
              </a:spcBef>
              <a:spcAft>
                <a:spcPts val="0"/>
              </a:spcAft>
              <a:buNone/>
            </a:pPr>
            <a:endParaRPr sz="1800">
              <a:solidFill>
                <a:schemeClr val="lt1"/>
              </a:solidFill>
              <a:latin typeface="Arial"/>
              <a:ea typeface="Arial"/>
              <a:cs typeface="Arial"/>
              <a:sym typeface="Arial"/>
            </a:endParaRPr>
          </a:p>
        </p:txBody>
      </p:sp>
      <p:sp>
        <p:nvSpPr>
          <p:cNvPr id="92" name="Google Shape;92;p40"/>
          <p:cNvSpPr txBox="1"/>
          <p:nvPr/>
        </p:nvSpPr>
        <p:spPr>
          <a:xfrm>
            <a:off x="4114800" y="1886466"/>
            <a:ext cx="3589867" cy="369332"/>
          </a:xfrm>
          <a:prstGeom prst="rect">
            <a:avLst/>
          </a:prstGeom>
          <a:noFill/>
          <a:ln>
            <a:noFill/>
          </a:ln>
        </p:spPr>
        <p:txBody>
          <a:bodyPr anchor="t" anchorCtr="0" bIns="45700" lIns="91425" numCol="1" rIns="91425" spcFirstLastPara="1" tIns="45700" wrap="square">
            <a:spAutoFit/>
          </a:bodyPr>
          <a:lstStyle/>
          <a:p>
            <a:pPr algn="l" indent="0" lvl="0" marL="0" marR="0" rtl="0">
              <a:spcBef>
                <a:spcPts val="0"/>
              </a:spcBef>
              <a:spcAft>
                <a:spcPts val="0"/>
              </a:spcAft>
              <a:buNone/>
            </a:pPr>
            <a:r>
              <a:rPr lang="en-US" sz="1800">
                <a:solidFill>
                  <a:schemeClr val="lt1"/>
                </a:solidFill>
                <a:latin typeface="Arial"/>
                <a:ea typeface="Arial"/>
                <a:cs typeface="Arial"/>
                <a:sym typeface="Arial"/>
              </a:rPr>
              <a:t>Place cover image here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93"/>
        <p:cNvGrpSpPr/>
        <p:nvPr/>
      </p:nvGrpSpPr>
      <p:grpSpPr>
        <a:xfrm>
          <a:off x="0" y="0"/>
          <a:ext cx="0" cy="0"/>
          <a:chOff x="0" y="0"/>
          <a:chExt cx="0" cy="0"/>
        </a:xfrm>
      </p:grpSpPr>
      <p:sp>
        <p:nvSpPr>
          <p:cNvPr id="94" name="Google Shape;94;p41"/>
          <p:cNvSpPr txBox="1">
            <a:spLocks noGrp="1"/>
          </p:cNvSpPr>
          <p:nvPr>
            <p:ph type="title"/>
          </p:nvPr>
        </p:nvSpPr>
        <p:spPr>
          <a:xfrm>
            <a:off x="773431" y="4337229"/>
            <a:ext cx="10662920" cy="530860"/>
          </a:xfrm>
          <a:prstGeom prst="rect">
            <a:avLst/>
          </a:prstGeom>
          <a:noFill/>
          <a:ln>
            <a:noFill/>
          </a:ln>
        </p:spPr>
        <p:txBody>
          <a:bodyPr anchor="t" anchorCtr="0" bIns="45700" lIns="0" numCol="1" rIns="0" spcFirstLastPara="1" tIns="45700" wrap="square">
            <a:noAutofit/>
          </a:bodyPr>
          <a:lstStyle>
            <a:lvl1pPr algn="l" lvl="0">
              <a:lnSpc>
                <a:spcPct val="90000"/>
              </a:lnSpc>
              <a:spcBef>
                <a:spcPts val="0"/>
              </a:spcBef>
              <a:spcAft>
                <a:spcPts val="0"/>
              </a:spcAft>
              <a:buClr>
                <a:schemeClr val="dk1"/>
              </a:buClr>
              <a:buSzPts val="3200"/>
              <a:buFont typeface="Quattrocento Sans"/>
              <a:buNone/>
              <a:defRPr b="1" cap="none"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41"/>
          <p:cNvSpPr txBox="1">
            <a:spLocks noGrp="1"/>
          </p:cNvSpPr>
          <p:nvPr>
            <p:ph idx="1" type="body"/>
          </p:nvPr>
        </p:nvSpPr>
        <p:spPr>
          <a:xfrm>
            <a:off x="773431" y="4978069"/>
            <a:ext cx="10662920" cy="538479"/>
          </a:xfrm>
          <a:prstGeom prst="rect">
            <a:avLst/>
          </a:prstGeom>
          <a:noFill/>
          <a:ln>
            <a:noFill/>
          </a:ln>
        </p:spPr>
        <p:txBody>
          <a:bodyPr anchor="t" anchorCtr="0" bIns="45700" lIns="0" numCol="1" rIns="0" spcFirstLastPara="1" tIns="45700" wrap="square">
            <a:normAutofit/>
          </a:bodyPr>
          <a:lstStyle>
            <a:lvl1pPr algn="l" indent="-228600" lvl="0" marL="457200">
              <a:lnSpc>
                <a:spcPct val="100000"/>
              </a:lnSpc>
              <a:spcBef>
                <a:spcPts val="600"/>
              </a:spcBef>
              <a:spcAft>
                <a:spcPts val="0"/>
              </a:spcAft>
              <a:buClr>
                <a:schemeClr val="dk1"/>
              </a:buClr>
              <a:buSzPts val="2400"/>
              <a:buFont typeface="Quattrocento Sans"/>
              <a:buNone/>
              <a:defRPr sz="2400">
                <a:solidFill>
                  <a:schemeClr val="dk1"/>
                </a:solidFill>
              </a:defRPr>
            </a:lvl1pPr>
            <a:lvl2pPr algn="l" indent="-228600" lvl="1" marL="914400">
              <a:lnSpc>
                <a:spcPct val="90000"/>
              </a:lnSpc>
              <a:spcBef>
                <a:spcPts val="800"/>
              </a:spcBef>
              <a:spcAft>
                <a:spcPts val="0"/>
              </a:spcAft>
              <a:buSzPts val="1800"/>
              <a:buNone/>
              <a:defRPr sz="1800">
                <a:solidFill>
                  <a:srgbClr val="888888"/>
                </a:solidFill>
              </a:defRPr>
            </a:lvl2pPr>
            <a:lvl3pPr algn="l" indent="-228600" lvl="2" marL="1371600">
              <a:lnSpc>
                <a:spcPct val="100000"/>
              </a:lnSpc>
              <a:spcBef>
                <a:spcPts val="600"/>
              </a:spcBef>
              <a:spcAft>
                <a:spcPts val="0"/>
              </a:spcAft>
              <a:buSzPts val="1600"/>
              <a:buNone/>
              <a:defRPr sz="1600">
                <a:solidFill>
                  <a:srgbClr val="888888"/>
                </a:solidFill>
              </a:defRPr>
            </a:lvl3pPr>
            <a:lvl4pPr algn="l" indent="-228600" lvl="3" marL="1828800">
              <a:lnSpc>
                <a:spcPct val="100000"/>
              </a:lnSpc>
              <a:spcBef>
                <a:spcPts val="0"/>
              </a:spcBef>
              <a:spcAft>
                <a:spcPts val="0"/>
              </a:spcAft>
              <a:buClr>
                <a:srgbClr val="888888"/>
              </a:buClr>
              <a:buSzPts val="1400"/>
              <a:buFont typeface="Quattrocento Sans"/>
              <a:buNone/>
              <a:defRPr sz="1400">
                <a:solidFill>
                  <a:srgbClr val="888888"/>
                </a:solidFill>
              </a:defRPr>
            </a:lvl4pPr>
            <a:lvl5pPr algn="l" indent="-228600" lvl="4" marL="2286000">
              <a:lnSpc>
                <a:spcPct val="100000"/>
              </a:lnSpc>
              <a:spcBef>
                <a:spcPts val="600"/>
              </a:spcBef>
              <a:spcAft>
                <a:spcPts val="0"/>
              </a:spcAft>
              <a:buClr>
                <a:srgbClr val="888888"/>
              </a:buClr>
              <a:buSzPts val="1400"/>
              <a:buFont typeface="Quattrocento Sans"/>
              <a:buNone/>
              <a:defRPr sz="1400">
                <a:solidFill>
                  <a:srgbClr val="888888"/>
                </a:solidFill>
              </a:defRPr>
            </a:lvl5pPr>
            <a:lvl6pPr algn="l" indent="-228600" lvl="5" marL="2743200">
              <a:spcBef>
                <a:spcPts val="600"/>
              </a:spcBef>
              <a:spcAft>
                <a:spcPts val="0"/>
              </a:spcAft>
              <a:buClr>
                <a:srgbClr val="888888"/>
              </a:buClr>
              <a:buSzPts val="1400"/>
              <a:buNone/>
              <a:defRPr sz="1400">
                <a:solidFill>
                  <a:srgbClr val="888888"/>
                </a:solidFill>
              </a:defRPr>
            </a:lvl6pPr>
            <a:lvl7pPr algn="l" indent="-228600" lvl="6" marL="3200400">
              <a:spcBef>
                <a:spcPts val="280"/>
              </a:spcBef>
              <a:spcAft>
                <a:spcPts val="0"/>
              </a:spcAft>
              <a:buClr>
                <a:srgbClr val="888888"/>
              </a:buClr>
              <a:buSzPts val="1400"/>
              <a:buNone/>
              <a:defRPr sz="1400">
                <a:solidFill>
                  <a:srgbClr val="888888"/>
                </a:solidFill>
              </a:defRPr>
            </a:lvl7pPr>
            <a:lvl8pPr algn="l" indent="-228600" lvl="7" marL="3657600">
              <a:spcBef>
                <a:spcPts val="280"/>
              </a:spcBef>
              <a:spcAft>
                <a:spcPts val="0"/>
              </a:spcAft>
              <a:buClr>
                <a:srgbClr val="888888"/>
              </a:buClr>
              <a:buSzPts val="1400"/>
              <a:buNone/>
              <a:defRPr sz="1400">
                <a:solidFill>
                  <a:srgbClr val="888888"/>
                </a:solidFill>
              </a:defRPr>
            </a:lvl8pPr>
            <a:lvl9pPr algn="l" indent="-228600" lvl="8" marL="4114800">
              <a:spcBef>
                <a:spcPts val="280"/>
              </a:spcBef>
              <a:spcAft>
                <a:spcPts val="0"/>
              </a:spcAft>
              <a:buClr>
                <a:srgbClr val="888888"/>
              </a:buClr>
              <a:buSzPts val="1400"/>
              <a:buNone/>
              <a:defRPr sz="1400">
                <a:solidFill>
                  <a:srgbClr val="888888"/>
                </a:solidFill>
              </a:defRPr>
            </a:lvl9pPr>
          </a:lstStyle>
          <a:p>
            <a:endParaRPr/>
          </a:p>
        </p:txBody>
      </p:sp>
      <p:sp>
        <p:nvSpPr>
          <p:cNvPr id="96" name="Google Shape;96;p41"/>
          <p:cNvSpPr/>
          <p:nvPr/>
        </p:nvSpPr>
        <p:spPr>
          <a:xfrm flipH="1">
            <a:off x="475151" y="4406902"/>
            <a:ext cx="171873" cy="916939"/>
          </a:xfrm>
          <a:prstGeom prst="rect">
            <a:avLst/>
          </a:prstGeom>
          <a:solidFill>
            <a:srgbClr val="BAA564"/>
          </a:solidFill>
          <a:ln>
            <a:noFill/>
          </a:ln>
        </p:spPr>
        <p:txBody>
          <a:bodyPr anchor="ctr" anchorCtr="0" bIns="45700" lIns="91425" numCol="1" rIns="91425" spcFirstLastPara="1" tIns="45700" wrap="square">
            <a:noAutofit/>
          </a:bodyPr>
          <a:lstStyle/>
          <a:p>
            <a:pPr algn="ctr" indent="0" lvl="0" marL="0" marR="0" rtl="0">
              <a:spcBef>
                <a:spcPts val="0"/>
              </a:spcBef>
              <a:spcAft>
                <a:spcPts val="0"/>
              </a:spcAft>
              <a:buNone/>
            </a:pPr>
            <a:endParaRPr sz="1400">
              <a:solidFill>
                <a:schemeClr val="lt1"/>
              </a:solidFill>
              <a:latin typeface="Arial"/>
              <a:ea typeface="Arial"/>
              <a:cs typeface="Arial"/>
              <a:sym typeface="Arial"/>
            </a:endParaRPr>
          </a:p>
        </p:txBody>
      </p:sp>
      <p:pic>
        <p:nvPicPr>
          <p:cNvPr id="97" name="Google Shape;97;p41"/>
          <p:cNvPicPr preferRelativeResize="0"/>
          <p:nvPr/>
        </p:nvPicPr>
        <p:blipFill rotWithShape="1">
          <a:blip r:embed="rId2">
            <a:alphaModFix/>
          </a:blip>
          <a:srcRect/>
          <a:stretch/>
        </p:blipFill>
        <p:spPr>
          <a:xfrm>
            <a:off x="0" y="3979864"/>
            <a:ext cx="12192000" cy="134937"/>
          </a:xfrm>
          <a:prstGeom prst="rect">
            <a:avLst/>
          </a:prstGeom>
          <a:noFill/>
          <a:ln>
            <a:noFill/>
          </a:ln>
        </p:spPr>
      </p:pic>
      <p:sp>
        <p:nvSpPr>
          <p:cNvPr id="98" name="Google Shape;98;p41"/>
          <p:cNvSpPr txBox="1">
            <a:spLocks noGrp="1"/>
          </p:cNvSpPr>
          <p:nvPr>
            <p:ph idx="2" type="body"/>
          </p:nvPr>
        </p:nvSpPr>
        <p:spPr>
          <a:xfrm>
            <a:off x="772584" y="5702300"/>
            <a:ext cx="5137149" cy="673100"/>
          </a:xfrm>
          <a:prstGeom prst="rect">
            <a:avLst/>
          </a:prstGeom>
          <a:noFill/>
          <a:ln>
            <a:noFill/>
          </a:ln>
        </p:spPr>
        <p:txBody>
          <a:bodyPr anchor="t" anchorCtr="0" bIns="45700" lIns="91425" numCol="1" rIns="91425" spcFirstLastPara="1" tIns="45700" wrap="square">
            <a:noAutofit/>
          </a:bodyPr>
          <a:lstStyle>
            <a:lvl1pPr algn="l" indent="-228600" lvl="0" marL="457200">
              <a:lnSpc>
                <a:spcPct val="100000"/>
              </a:lnSpc>
              <a:spcBef>
                <a:spcPts val="0"/>
              </a:spcBef>
              <a:spcAft>
                <a:spcPts val="0"/>
              </a:spcAft>
              <a:buClr>
                <a:schemeClr val="dk1"/>
              </a:buClr>
              <a:buSzPts val="1800"/>
              <a:buFont typeface="Quattrocento Sans"/>
              <a:buNone/>
              <a:defRPr sz="1800"/>
            </a:lvl1pPr>
            <a:lvl2pPr algn="l" indent="-228600" lvl="1" marL="914400">
              <a:lnSpc>
                <a:spcPct val="80000"/>
              </a:lnSpc>
              <a:spcBef>
                <a:spcPts val="360"/>
              </a:spcBef>
              <a:spcAft>
                <a:spcPts val="0"/>
              </a:spcAft>
              <a:buSzPts val="1800"/>
              <a:buFont typeface="Quattrocento Sans"/>
              <a:buNone/>
              <a:defRPr sz="1800"/>
            </a:lvl2pPr>
            <a:lvl3pPr algn="l" indent="-228600" lvl="2" marL="1371600">
              <a:lnSpc>
                <a:spcPct val="80000"/>
              </a:lnSpc>
              <a:spcBef>
                <a:spcPts val="600"/>
              </a:spcBef>
              <a:spcAft>
                <a:spcPts val="0"/>
              </a:spcAft>
              <a:buSzPts val="1800"/>
              <a:buFont typeface="Quattrocento Sans"/>
              <a:buNone/>
              <a:defRPr sz="1800"/>
            </a:lvl3pPr>
            <a:lvl4pPr algn="l" indent="-228600" lvl="3" marL="1828800">
              <a:lnSpc>
                <a:spcPct val="80000"/>
              </a:lnSpc>
              <a:spcBef>
                <a:spcPts val="0"/>
              </a:spcBef>
              <a:spcAft>
                <a:spcPts val="0"/>
              </a:spcAft>
              <a:buClr>
                <a:schemeClr val="dk1"/>
              </a:buClr>
              <a:buSzPts val="1800"/>
              <a:buFont typeface="Quattrocento Sans"/>
              <a:buNone/>
              <a:defRPr sz="1800"/>
            </a:lvl4pPr>
            <a:lvl5pPr algn="l" indent="-228600" lvl="4" marL="2286000">
              <a:lnSpc>
                <a:spcPct val="80000"/>
              </a:lnSpc>
              <a:spcBef>
                <a:spcPts val="600"/>
              </a:spcBef>
              <a:spcAft>
                <a:spcPts val="0"/>
              </a:spcAft>
              <a:buClr>
                <a:schemeClr val="dk1"/>
              </a:buClr>
              <a:buSzPts val="1800"/>
              <a:buFont typeface="Quattrocento Sans"/>
              <a:buNone/>
              <a:defRPr sz="1800"/>
            </a:lvl5pPr>
            <a:lvl6pPr algn="l" indent="-342900" lvl="5" marL="2743200">
              <a:spcBef>
                <a:spcPts val="600"/>
              </a:spcBef>
              <a:spcAft>
                <a:spcPts val="0"/>
              </a:spcAft>
              <a:buClr>
                <a:schemeClr val="dk1"/>
              </a:buClr>
              <a:buSzPts val="1800"/>
              <a:buChar char="•"/>
              <a:defRPr/>
            </a:lvl6pPr>
            <a:lvl7pPr algn="l" indent="-342900" lvl="6" marL="3200400">
              <a:spcBef>
                <a:spcPts val="360"/>
              </a:spcBef>
              <a:spcAft>
                <a:spcPts val="0"/>
              </a:spcAft>
              <a:buClr>
                <a:schemeClr val="dk1"/>
              </a:buClr>
              <a:buSzPts val="1800"/>
              <a:buChar char="•"/>
              <a:defRPr/>
            </a:lvl7pPr>
            <a:lvl8pPr algn="l" indent="-342900" lvl="7" marL="3657600">
              <a:spcBef>
                <a:spcPts val="360"/>
              </a:spcBef>
              <a:spcAft>
                <a:spcPts val="0"/>
              </a:spcAft>
              <a:buClr>
                <a:schemeClr val="dk1"/>
              </a:buClr>
              <a:buSzPts val="1800"/>
              <a:buChar char="•"/>
              <a:defRPr/>
            </a:lvl8pPr>
            <a:lvl9pPr algn="l" indent="-342900" lvl="8" marL="4114800">
              <a:spcBef>
                <a:spcPts val="360"/>
              </a:spcBef>
              <a:spcAft>
                <a:spcPts val="0"/>
              </a:spcAft>
              <a:buClr>
                <a:schemeClr val="dk1"/>
              </a:buClr>
              <a:buSzPts val="1800"/>
              <a:buChar char="•"/>
              <a:defRPr/>
            </a:lvl9pPr>
          </a:lstStyle>
          <a:p>
            <a:endParaRPr/>
          </a:p>
        </p:txBody>
      </p:sp>
      <p:sp>
        <p:nvSpPr>
          <p:cNvPr id="99" name="Google Shape;99;p41"/>
          <p:cNvSpPr/>
          <p:nvPr/>
        </p:nvSpPr>
        <p:spPr>
          <a:xfrm>
            <a:off x="0" y="1"/>
            <a:ext cx="12192000" cy="3979862"/>
          </a:xfrm>
          <a:prstGeom prst="rect">
            <a:avLst/>
          </a:prstGeom>
          <a:solidFill>
            <a:schemeClr val="dk2"/>
          </a:solidFill>
          <a:ln>
            <a:noFill/>
          </a:ln>
        </p:spPr>
        <p:txBody>
          <a:bodyPr anchor="ctr" anchorCtr="0" bIns="45700" lIns="91425" numCol="1" rIns="91425" spcFirstLastPara="1" tIns="45700" wrap="square">
            <a:noAutofit/>
          </a:bodyPr>
          <a:lstStyle/>
          <a:p>
            <a:pPr algn="ctr" indent="0" lvl="0" marL="0" marR="0" rtl="0">
              <a:spcBef>
                <a:spcPts val="0"/>
              </a:spcBef>
              <a:spcAft>
                <a:spcPts val="0"/>
              </a:spcAft>
              <a:buNone/>
            </a:pPr>
            <a:endParaRPr sz="1800">
              <a:solidFill>
                <a:schemeClr val="lt1"/>
              </a:solidFill>
              <a:latin typeface="Arial"/>
              <a:ea typeface="Arial"/>
              <a:cs typeface="Arial"/>
              <a:sym typeface="Arial"/>
            </a:endParaRPr>
          </a:p>
        </p:txBody>
      </p:sp>
      <p:sp>
        <p:nvSpPr>
          <p:cNvPr id="100" name="Google Shape;100;p41"/>
          <p:cNvSpPr txBox="1"/>
          <p:nvPr/>
        </p:nvSpPr>
        <p:spPr>
          <a:xfrm>
            <a:off x="4114800" y="1886466"/>
            <a:ext cx="3589867" cy="369332"/>
          </a:xfrm>
          <a:prstGeom prst="rect">
            <a:avLst/>
          </a:prstGeom>
          <a:noFill/>
          <a:ln>
            <a:noFill/>
          </a:ln>
        </p:spPr>
        <p:txBody>
          <a:bodyPr anchor="t" anchorCtr="0" bIns="45700" lIns="91425" numCol="1" rIns="91425" spcFirstLastPara="1" tIns="45700" wrap="square">
            <a:spAutoFit/>
          </a:bodyPr>
          <a:lstStyle/>
          <a:p>
            <a:pPr algn="l" indent="0" lvl="0" marL="0" marR="0" rtl="0">
              <a:spcBef>
                <a:spcPts val="0"/>
              </a:spcBef>
              <a:spcAft>
                <a:spcPts val="0"/>
              </a:spcAft>
              <a:buNone/>
            </a:pPr>
            <a:r>
              <a:rPr lang="en-US" sz="1800">
                <a:solidFill>
                  <a:schemeClr val="lt1"/>
                </a:solidFill>
                <a:latin typeface="Arial"/>
                <a:ea typeface="Arial"/>
                <a:cs typeface="Arial"/>
                <a:sym typeface="Arial"/>
              </a:rPr>
              <a:t>Place cover image here</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arget="../slideLayouts/slideLayout5.xml" Type="http://schemas.openxmlformats.org/officeDocument/2006/relationships/slideLayout"/><Relationship Id="rId7" Target="../slideLayouts/slideLayout4.xml" Type="http://schemas.openxmlformats.org/officeDocument/2006/relationships/slideLayout"/><Relationship Id="rId6" Target="../slideLayouts/slideLayout3.xml" Type="http://schemas.openxmlformats.org/officeDocument/2006/relationships/slideLayout"/><Relationship Id="rId5" Target="../slideLayouts/slideLayout2.xml" Type="http://schemas.openxmlformats.org/officeDocument/2006/relationships/slideLayout"/><Relationship Id="rId4" Target="../slideLayouts/slideLayout1.xml" Type="http://schemas.openxmlformats.org/officeDocument/2006/relationships/slideLayout"/><Relationship Id="rId3" Target="../media/image2.png" Type="http://schemas.openxmlformats.org/officeDocument/2006/relationships/image"/><Relationship Id="rId2" Target="../media/image1.png" Type="http://schemas.openxmlformats.org/officeDocument/2006/relationships/image"/><Relationship Id="rId1" Target="../theme/theme1.xml" Type="http://schemas.openxmlformats.org/officeDocument/2006/relationships/theme"/></Relationships>
</file>

<file path=ppt/slideMasters/_rels/slideMaster2.xml.rels><?xml version="1.0" encoding="UTF-8" standalone="yes"?><Relationships xmlns="http://schemas.openxmlformats.org/package/2006/relationships"><Relationship Id="rId11" Target="../slideLayouts/slideLayout13.xml" Type="http://schemas.openxmlformats.org/officeDocument/2006/relationships/slideLayout"/><Relationship Id="rId9" Target="../slideLayouts/slideLayout11.xml" Type="http://schemas.openxmlformats.org/officeDocument/2006/relationships/slideLayout"/><Relationship Id="rId10" Target="../slideLayouts/slideLayout12.xml" Type="http://schemas.openxmlformats.org/officeDocument/2006/relationships/slideLayout"/><Relationship Id="rId8" Target="../slideLayouts/slideLayout10.xml" Type="http://schemas.openxmlformats.org/officeDocument/2006/relationships/slideLayout"/><Relationship Id="rId7" Target="../slideLayouts/slideLayout9.xml" Type="http://schemas.openxmlformats.org/officeDocument/2006/relationships/slideLayout"/><Relationship Id="rId6" Target="../slideLayouts/slideLayout8.xml" Type="http://schemas.openxmlformats.org/officeDocument/2006/relationships/slideLayout"/><Relationship Id="rId5" Target="../slideLayouts/slideLayout7.xml" Type="http://schemas.openxmlformats.org/officeDocument/2006/relationships/slideLayout"/><Relationship Id="rId4" Target="../slideLayouts/slideLayout6.xml" Type="http://schemas.openxmlformats.org/officeDocument/2006/relationships/slideLayout"/><Relationship Id="rId3" Target="../media/image2.png" Type="http://schemas.openxmlformats.org/officeDocument/2006/relationships/image"/><Relationship Id="rId2" Target="../media/image1.png" Type="http://schemas.openxmlformats.org/officeDocument/2006/relationships/image"/><Relationship Id="rId1" Target="../theme/theme2.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marR="0" rtl="0">
              <a:lnSpc>
                <a:spcPct val="90000"/>
              </a:lnSpc>
              <a:spcBef>
                <a:spcPts val="0"/>
              </a:spcBef>
              <a:spcAft>
                <a:spcPts val="0"/>
              </a:spcAft>
              <a:buClr>
                <a:schemeClr val="dk1"/>
              </a:buClr>
              <a:buSzPts val="3200"/>
              <a:buFont typeface="Quattrocento Sans"/>
              <a:buNone/>
              <a:defRPr b="1" cap="none" i="0" strike="noStrike" sz="3200" u="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idx="1" type="body"/>
          </p:nvPr>
        </p:nvSpPr>
        <p:spPr>
          <a:xfrm>
            <a:off x="771454" y="1300210"/>
            <a:ext cx="10664897" cy="4795791"/>
          </a:xfrm>
          <a:prstGeom prst="rect">
            <a:avLst/>
          </a:prstGeom>
          <a:noFill/>
          <a:ln>
            <a:noFill/>
          </a:ln>
        </p:spPr>
        <p:txBody>
          <a:bodyPr anchor="t" anchorCtr="0" bIns="45700" lIns="91425" numCol="1" rIns="91425" spcFirstLastPara="1" tIns="45700" wrap="square">
            <a:normAutofit/>
          </a:bodyPr>
          <a:lstStyle>
            <a:lvl1pPr algn="l" indent="-228600" lvl="0" marL="457200" marR="0" rtl="0">
              <a:lnSpc>
                <a:spcPct val="100000"/>
              </a:lnSpc>
              <a:spcBef>
                <a:spcPts val="600"/>
              </a:spcBef>
              <a:spcAft>
                <a:spcPts val="0"/>
              </a:spcAft>
              <a:buClr>
                <a:schemeClr val="dk1"/>
              </a:buClr>
              <a:buSzPts val="2400"/>
              <a:buFont typeface="Quattrocento Sans"/>
              <a:buNone/>
              <a:defRPr b="0" cap="none" i="0" strike="noStrike" sz="2400" u="none">
                <a:solidFill>
                  <a:schemeClr val="dk1"/>
                </a:solidFill>
                <a:latin typeface="Quattrocento Sans"/>
                <a:ea typeface="Quattrocento Sans"/>
                <a:cs typeface="Quattrocento Sans"/>
                <a:sym typeface="Quattrocento Sans"/>
              </a:defRPr>
            </a:lvl1pPr>
            <a:lvl2pPr algn="l" indent="-355600" lvl="1" marL="914400" marR="0" rtl="0">
              <a:lnSpc>
                <a:spcPct val="90000"/>
              </a:lnSpc>
              <a:spcBef>
                <a:spcPts val="800"/>
              </a:spcBef>
              <a:spcAft>
                <a:spcPts val="0"/>
              </a:spcAft>
              <a:buClr>
                <a:srgbClr val="F0AB00"/>
              </a:buClr>
              <a:buSzPts val="2000"/>
              <a:buFont typeface="Noto Sans Symbols"/>
              <a:buChar char="▪"/>
              <a:defRPr b="0" cap="none" i="0" strike="noStrike" sz="2000" u="none">
                <a:solidFill>
                  <a:schemeClr val="dk1"/>
                </a:solidFill>
                <a:latin typeface="Quattrocento Sans"/>
                <a:ea typeface="Quattrocento Sans"/>
                <a:cs typeface="Quattrocento Sans"/>
                <a:sym typeface="Quattrocento Sans"/>
              </a:defRPr>
            </a:lvl2pPr>
            <a:lvl3pPr algn="l" indent="-342900" lvl="2" marL="1371600" marR="0" rtl="0">
              <a:lnSpc>
                <a:spcPct val="100000"/>
              </a:lnSpc>
              <a:spcBef>
                <a:spcPts val="600"/>
              </a:spcBef>
              <a:spcAft>
                <a:spcPts val="0"/>
              </a:spcAft>
              <a:buClr>
                <a:srgbClr val="0070C0"/>
              </a:buClr>
              <a:buSzPts val="1800"/>
              <a:buFont typeface="Arial"/>
              <a:buChar char="–"/>
              <a:defRPr b="0" cap="none" i="0" strike="noStrike" sz="1800" u="none">
                <a:solidFill>
                  <a:schemeClr val="dk1"/>
                </a:solidFill>
                <a:latin typeface="Quattrocento Sans"/>
                <a:ea typeface="Quattrocento Sans"/>
                <a:cs typeface="Quattrocento Sans"/>
                <a:sym typeface="Quattrocento Sans"/>
              </a:defRPr>
            </a:lvl3pPr>
            <a:lvl4pPr algn="l" indent="-228600" lvl="3" marL="1828800" marR="0" rtl="0">
              <a:lnSpc>
                <a:spcPct val="100000"/>
              </a:lnSpc>
              <a:spcBef>
                <a:spcPts val="0"/>
              </a:spcBef>
              <a:spcAft>
                <a:spcPts val="0"/>
              </a:spcAft>
              <a:buClr>
                <a:schemeClr val="dk1"/>
              </a:buClr>
              <a:buSzPts val="1800"/>
              <a:buFont typeface="Quattrocento Sans"/>
              <a:buNone/>
              <a:defRPr b="0" cap="none" i="0" strike="noStrike" sz="1800" u="none">
                <a:solidFill>
                  <a:schemeClr val="dk1"/>
                </a:solidFill>
                <a:latin typeface="Quattrocento Sans"/>
                <a:ea typeface="Quattrocento Sans"/>
                <a:cs typeface="Quattrocento Sans"/>
                <a:sym typeface="Quattrocento Sans"/>
              </a:defRPr>
            </a:lvl4pPr>
            <a:lvl5pPr algn="l" indent="-228600" lvl="4" marL="2286000" marR="0" rtl="0">
              <a:lnSpc>
                <a:spcPct val="100000"/>
              </a:lnSpc>
              <a:spcBef>
                <a:spcPts val="600"/>
              </a:spcBef>
              <a:spcAft>
                <a:spcPts val="0"/>
              </a:spcAft>
              <a:buClr>
                <a:schemeClr val="dk1"/>
              </a:buClr>
              <a:buSzPts val="1800"/>
              <a:buFont typeface="Quattrocento Sans"/>
              <a:buNone/>
              <a:defRPr b="0" cap="none" i="0" strike="noStrike" sz="1800" u="none">
                <a:solidFill>
                  <a:schemeClr val="dk1"/>
                </a:solidFill>
                <a:latin typeface="Quattrocento Sans"/>
                <a:ea typeface="Quattrocento Sans"/>
                <a:cs typeface="Quattrocento Sans"/>
                <a:sym typeface="Quattrocento Sans"/>
              </a:defRPr>
            </a:lvl5pPr>
            <a:lvl6pPr algn="l" indent="-355600" lvl="5" marL="2743200" marR="0" rtl="0">
              <a:spcBef>
                <a:spcPts val="600"/>
              </a:spcBef>
              <a:spcAft>
                <a:spcPts val="0"/>
              </a:spcAft>
              <a:buClr>
                <a:schemeClr val="dk1"/>
              </a:buClr>
              <a:buSzPts val="2000"/>
              <a:buFont typeface="Arial"/>
              <a:buChar char="•"/>
              <a:defRPr b="0" cap="none" i="0" strike="noStrike" sz="2000" u="none">
                <a:solidFill>
                  <a:schemeClr val="dk1"/>
                </a:solidFill>
                <a:latin typeface="Arial"/>
                <a:ea typeface="Arial"/>
                <a:cs typeface="Arial"/>
                <a:sym typeface="Arial"/>
              </a:defRPr>
            </a:lvl6pPr>
            <a:lvl7pPr algn="l" indent="-355600" lvl="6" marL="3200400" marR="0" rtl="0">
              <a:spcBef>
                <a:spcPts val="400"/>
              </a:spcBef>
              <a:spcAft>
                <a:spcPts val="0"/>
              </a:spcAft>
              <a:buClr>
                <a:schemeClr val="dk1"/>
              </a:buClr>
              <a:buSzPts val="2000"/>
              <a:buFont typeface="Arial"/>
              <a:buChar char="•"/>
              <a:defRPr b="0" cap="none" i="0" strike="noStrike" sz="2000" u="none">
                <a:solidFill>
                  <a:schemeClr val="dk1"/>
                </a:solidFill>
                <a:latin typeface="Arial"/>
                <a:ea typeface="Arial"/>
                <a:cs typeface="Arial"/>
                <a:sym typeface="Arial"/>
              </a:defRPr>
            </a:lvl7pPr>
            <a:lvl8pPr algn="l" indent="-355600" lvl="7" marL="3657600" marR="0" rtl="0">
              <a:spcBef>
                <a:spcPts val="400"/>
              </a:spcBef>
              <a:spcAft>
                <a:spcPts val="0"/>
              </a:spcAft>
              <a:buClr>
                <a:schemeClr val="dk1"/>
              </a:buClr>
              <a:buSzPts val="2000"/>
              <a:buFont typeface="Arial"/>
              <a:buChar char="•"/>
              <a:defRPr b="0" cap="none" i="0" strike="noStrike" sz="2000" u="none">
                <a:solidFill>
                  <a:schemeClr val="dk1"/>
                </a:solidFill>
                <a:latin typeface="Arial"/>
                <a:ea typeface="Arial"/>
                <a:cs typeface="Arial"/>
                <a:sym typeface="Arial"/>
              </a:defRPr>
            </a:lvl8pPr>
            <a:lvl9pPr algn="l" indent="-355600" lvl="8" marL="4114800" marR="0" rtl="0">
              <a:spcBef>
                <a:spcPts val="400"/>
              </a:spcBef>
              <a:spcAft>
                <a:spcPts val="0"/>
              </a:spcAft>
              <a:buClr>
                <a:schemeClr val="dk1"/>
              </a:buClr>
              <a:buSzPts val="2000"/>
              <a:buFont typeface="Arial"/>
              <a:buChar char="•"/>
              <a:defRPr b="0" cap="none" i="0" strike="noStrike" sz="2000" u="none">
                <a:solidFill>
                  <a:schemeClr val="dk1"/>
                </a:solidFill>
                <a:latin typeface="Arial"/>
                <a:ea typeface="Arial"/>
                <a:cs typeface="Arial"/>
                <a:sym typeface="Arial"/>
              </a:defRPr>
            </a:lvl9pPr>
          </a:lstStyle>
          <a:p>
            <a:endParaRPr/>
          </a:p>
        </p:txBody>
      </p:sp>
      <p:pic>
        <p:nvPicPr>
          <p:cNvPr id="12" name="Google Shape;12;p25"/>
          <p:cNvPicPr preferRelativeResize="0"/>
          <p:nvPr/>
        </p:nvPicPr>
        <p:blipFill rotWithShape="1">
          <a:blip r:embed="rId2">
            <a:alphaModFix/>
          </a:blip>
          <a:srcRect/>
          <a:stretch/>
        </p:blipFill>
        <p:spPr>
          <a:xfrm>
            <a:off x="0" y="0"/>
            <a:ext cx="12204700" cy="134938"/>
          </a:xfrm>
          <a:prstGeom prst="rect">
            <a:avLst/>
          </a:prstGeom>
          <a:noFill/>
          <a:ln>
            <a:noFill/>
          </a:ln>
        </p:spPr>
      </p:pic>
      <p:pic>
        <p:nvPicPr>
          <p:cNvPr descr="LEEDS full.eps" id="13" name="Google Shape;13;p25"/>
          <p:cNvPicPr preferRelativeResize="0"/>
          <p:nvPr/>
        </p:nvPicPr>
        <p:blipFill rotWithShape="1">
          <a:blip r:embed="rId3">
            <a:alphaModFix/>
          </a:blip>
          <a:srcRect l="1" r="-3003"/>
          <a:stretch/>
        </p:blipFill>
        <p:spPr>
          <a:xfrm>
            <a:off x="10058400" y="6447360"/>
            <a:ext cx="2053332" cy="375128"/>
          </a:xfrm>
          <a:prstGeom prst="rect">
            <a:avLst/>
          </a:prstGeom>
          <a:noFill/>
          <a:ln>
            <a:noFill/>
          </a:ln>
        </p:spPr>
      </p:pic>
      <p:sp>
        <p:nvSpPr>
          <p:cNvPr id="14" name="Google Shape;14;p25"/>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marR="0" rtl="0">
              <a:spcBef>
                <a:spcPts val="0"/>
              </a:spcBef>
              <a:buNone/>
              <a:defRPr b="0" cap="none" i="0" strike="noStrike" sz="1000" u="none">
                <a:solidFill>
                  <a:srgbClr val="888888"/>
                </a:solidFill>
                <a:latin typeface="Arial"/>
                <a:ea typeface="Arial"/>
                <a:cs typeface="Arial"/>
                <a:sym typeface="Arial"/>
              </a:defRPr>
            </a:lvl1pPr>
            <a:lvl2pPr algn="ctr" indent="0" lvl="1" marL="0" marR="0" rtl="0">
              <a:spcBef>
                <a:spcPts val="0"/>
              </a:spcBef>
              <a:buNone/>
              <a:defRPr b="0" cap="none" i="0" strike="noStrike" sz="1000" u="none">
                <a:solidFill>
                  <a:srgbClr val="888888"/>
                </a:solidFill>
                <a:latin typeface="Arial"/>
                <a:ea typeface="Arial"/>
                <a:cs typeface="Arial"/>
                <a:sym typeface="Arial"/>
              </a:defRPr>
            </a:lvl2pPr>
            <a:lvl3pPr algn="ctr" indent="0" lvl="2" marL="0" marR="0" rtl="0">
              <a:spcBef>
                <a:spcPts val="0"/>
              </a:spcBef>
              <a:buNone/>
              <a:defRPr b="0" cap="none" i="0" strike="noStrike" sz="1000" u="none">
                <a:solidFill>
                  <a:srgbClr val="888888"/>
                </a:solidFill>
                <a:latin typeface="Arial"/>
                <a:ea typeface="Arial"/>
                <a:cs typeface="Arial"/>
                <a:sym typeface="Arial"/>
              </a:defRPr>
            </a:lvl3pPr>
            <a:lvl4pPr algn="ctr" indent="0" lvl="3" marL="0" marR="0" rtl="0">
              <a:spcBef>
                <a:spcPts val="0"/>
              </a:spcBef>
              <a:buNone/>
              <a:defRPr b="0" cap="none" i="0" strike="noStrike" sz="1000" u="none">
                <a:solidFill>
                  <a:srgbClr val="888888"/>
                </a:solidFill>
                <a:latin typeface="Arial"/>
                <a:ea typeface="Arial"/>
                <a:cs typeface="Arial"/>
                <a:sym typeface="Arial"/>
              </a:defRPr>
            </a:lvl4pPr>
            <a:lvl5pPr algn="ctr" indent="0" lvl="4" marL="0" marR="0" rtl="0">
              <a:spcBef>
                <a:spcPts val="0"/>
              </a:spcBef>
              <a:buNone/>
              <a:defRPr b="0" cap="none" i="0" strike="noStrike" sz="1000" u="none">
                <a:solidFill>
                  <a:srgbClr val="888888"/>
                </a:solidFill>
                <a:latin typeface="Arial"/>
                <a:ea typeface="Arial"/>
                <a:cs typeface="Arial"/>
                <a:sym typeface="Arial"/>
              </a:defRPr>
            </a:lvl5pPr>
            <a:lvl6pPr algn="ctr" indent="0" lvl="5" marL="0" marR="0" rtl="0">
              <a:spcBef>
                <a:spcPts val="0"/>
              </a:spcBef>
              <a:buNone/>
              <a:defRPr b="0" cap="none" i="0" strike="noStrike" sz="1000" u="none">
                <a:solidFill>
                  <a:srgbClr val="888888"/>
                </a:solidFill>
                <a:latin typeface="Arial"/>
                <a:ea typeface="Arial"/>
                <a:cs typeface="Arial"/>
                <a:sym typeface="Arial"/>
              </a:defRPr>
            </a:lvl6pPr>
            <a:lvl7pPr algn="ctr" indent="0" lvl="6" marL="0" marR="0" rtl="0">
              <a:spcBef>
                <a:spcPts val="0"/>
              </a:spcBef>
              <a:buNone/>
              <a:defRPr b="0" cap="none" i="0" strike="noStrike" sz="1000" u="none">
                <a:solidFill>
                  <a:srgbClr val="888888"/>
                </a:solidFill>
                <a:latin typeface="Arial"/>
                <a:ea typeface="Arial"/>
                <a:cs typeface="Arial"/>
                <a:sym typeface="Arial"/>
              </a:defRPr>
            </a:lvl7pPr>
            <a:lvl8pPr algn="ctr" indent="0" lvl="7" marL="0" marR="0" rtl="0">
              <a:spcBef>
                <a:spcPts val="0"/>
              </a:spcBef>
              <a:buNone/>
              <a:defRPr b="0" cap="none" i="0" strike="noStrike" sz="1000" u="none">
                <a:solidFill>
                  <a:srgbClr val="888888"/>
                </a:solidFill>
                <a:latin typeface="Arial"/>
                <a:ea typeface="Arial"/>
                <a:cs typeface="Arial"/>
                <a:sym typeface="Arial"/>
              </a:defRPr>
            </a:lvl8pPr>
            <a:lvl9pPr algn="ctr" indent="0" lvl="8" marL="0" marR="0" rtl="0">
              <a:spcBef>
                <a:spcPts val="0"/>
              </a:spcBef>
              <a:buNone/>
              <a:defRPr b="0" cap="none" i="0" strike="noStrike" sz="1000" u="none">
                <a:solidFill>
                  <a:srgbClr val="888888"/>
                </a:solidFill>
                <a:latin typeface="Arial"/>
                <a:ea typeface="Arial"/>
                <a:cs typeface="Arial"/>
                <a:sym typeface="Arial"/>
              </a:defRPr>
            </a:lvl9pPr>
          </a:lstStyle>
          <a:p>
            <a:pPr algn="ctr" indent="0" lvl="0" marL="0" rtl="0">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folHlink="folHlink" hlink="hlink" tx1="dk1" tx2="lt2"/>
  <p:sldLayoutIdLst>
    <p:sldLayoutId id="2147483648" r:id="rId4"/>
    <p:sldLayoutId id="2147483649" r:id="rId5"/>
    <p:sldLayoutId id="2147483650" r:id="rId6"/>
    <p:sldLayoutId id="2147483651" r:id="rId7"/>
    <p:sldLayoutId id="2147483652" r:id="rId8"/>
  </p:sldLayoutIdLst>
  <p:hf dt="0" ftr="0" hdr="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624">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
        <p:cNvGrpSpPr/>
        <p:nvPr/>
      </p:nvGrpSpPr>
      <p:grpSpPr>
        <a:xfrm>
          <a:off x="0" y="0"/>
          <a:ext cx="0" cy="0"/>
          <a:chOff x="0" y="0"/>
          <a:chExt cx="0" cy="0"/>
        </a:xfrm>
      </p:grpSpPr>
      <p:sp>
        <p:nvSpPr>
          <p:cNvPr id="52" name="Google Shape;52;p33"/>
          <p:cNvSpPr txBox="1">
            <a:spLocks noGrp="1"/>
          </p:cNvSpPr>
          <p:nvPr>
            <p:ph type="title"/>
          </p:nvPr>
        </p:nvSpPr>
        <p:spPr>
          <a:xfrm>
            <a:off x="771455" y="274638"/>
            <a:ext cx="10664896" cy="715962"/>
          </a:xfrm>
          <a:prstGeom prst="rect">
            <a:avLst/>
          </a:prstGeom>
          <a:noFill/>
          <a:ln>
            <a:noFill/>
          </a:ln>
        </p:spPr>
        <p:txBody>
          <a:bodyPr anchor="b" anchorCtr="0" bIns="45700" lIns="0" numCol="1" rIns="0" spcFirstLastPara="1" tIns="45700" wrap="square">
            <a:noAutofit/>
          </a:bodyPr>
          <a:lstStyle>
            <a:lvl1pPr algn="l" lvl="0" marR="0" rtl="0">
              <a:lnSpc>
                <a:spcPct val="90000"/>
              </a:lnSpc>
              <a:spcBef>
                <a:spcPts val="0"/>
              </a:spcBef>
              <a:spcAft>
                <a:spcPts val="0"/>
              </a:spcAft>
              <a:buClr>
                <a:schemeClr val="dk1"/>
              </a:buClr>
              <a:buSzPts val="3200"/>
              <a:buFont typeface="Quattrocento Sans"/>
              <a:buNone/>
              <a:defRPr b="1" cap="none" i="0" strike="noStrike" sz="3200" u="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3" name="Google Shape;53;p33"/>
          <p:cNvSpPr txBox="1">
            <a:spLocks noGrp="1"/>
          </p:cNvSpPr>
          <p:nvPr>
            <p:ph idx="1" type="body"/>
          </p:nvPr>
        </p:nvSpPr>
        <p:spPr>
          <a:xfrm>
            <a:off x="771454" y="1300210"/>
            <a:ext cx="10664897" cy="4795791"/>
          </a:xfrm>
          <a:prstGeom prst="rect">
            <a:avLst/>
          </a:prstGeom>
          <a:noFill/>
          <a:ln>
            <a:noFill/>
          </a:ln>
        </p:spPr>
        <p:txBody>
          <a:bodyPr anchor="t" anchorCtr="0" bIns="45700" lIns="91425" numCol="1" rIns="91425" spcFirstLastPara="1" tIns="45700" wrap="square">
            <a:normAutofit/>
          </a:bodyPr>
          <a:lstStyle>
            <a:lvl1pPr algn="l" indent="-228600" lvl="0" marL="457200" marR="0" rtl="0">
              <a:lnSpc>
                <a:spcPct val="100000"/>
              </a:lnSpc>
              <a:spcBef>
                <a:spcPts val="600"/>
              </a:spcBef>
              <a:spcAft>
                <a:spcPts val="0"/>
              </a:spcAft>
              <a:buClr>
                <a:schemeClr val="dk1"/>
              </a:buClr>
              <a:buSzPts val="2400"/>
              <a:buFont typeface="Quattrocento Sans"/>
              <a:buNone/>
              <a:defRPr b="0" cap="none" i="0" strike="noStrike" sz="2400" u="none">
                <a:solidFill>
                  <a:schemeClr val="dk1"/>
                </a:solidFill>
                <a:latin typeface="Quattrocento Sans"/>
                <a:ea typeface="Quattrocento Sans"/>
                <a:cs typeface="Quattrocento Sans"/>
                <a:sym typeface="Quattrocento Sans"/>
              </a:defRPr>
            </a:lvl1pPr>
            <a:lvl2pPr algn="l" indent="-355600" lvl="1" marL="914400" marR="0" rtl="0">
              <a:lnSpc>
                <a:spcPct val="90000"/>
              </a:lnSpc>
              <a:spcBef>
                <a:spcPts val="800"/>
              </a:spcBef>
              <a:spcAft>
                <a:spcPts val="0"/>
              </a:spcAft>
              <a:buClr>
                <a:srgbClr val="F0AB00"/>
              </a:buClr>
              <a:buSzPts val="2000"/>
              <a:buFont typeface="Noto Sans Symbols"/>
              <a:buChar char="▪"/>
              <a:defRPr b="0" cap="none" i="0" strike="noStrike" sz="2000" u="none">
                <a:solidFill>
                  <a:schemeClr val="dk1"/>
                </a:solidFill>
                <a:latin typeface="Quattrocento Sans"/>
                <a:ea typeface="Quattrocento Sans"/>
                <a:cs typeface="Quattrocento Sans"/>
                <a:sym typeface="Quattrocento Sans"/>
              </a:defRPr>
            </a:lvl2pPr>
            <a:lvl3pPr algn="l" indent="-342900" lvl="2" marL="1371600" marR="0" rtl="0">
              <a:lnSpc>
                <a:spcPct val="100000"/>
              </a:lnSpc>
              <a:spcBef>
                <a:spcPts val="600"/>
              </a:spcBef>
              <a:spcAft>
                <a:spcPts val="0"/>
              </a:spcAft>
              <a:buClr>
                <a:srgbClr val="0070C0"/>
              </a:buClr>
              <a:buSzPts val="1800"/>
              <a:buFont typeface="Arial"/>
              <a:buChar char="–"/>
              <a:defRPr b="0" cap="none" i="0" strike="noStrike" sz="1800" u="none">
                <a:solidFill>
                  <a:schemeClr val="dk1"/>
                </a:solidFill>
                <a:latin typeface="Quattrocento Sans"/>
                <a:ea typeface="Quattrocento Sans"/>
                <a:cs typeface="Quattrocento Sans"/>
                <a:sym typeface="Quattrocento Sans"/>
              </a:defRPr>
            </a:lvl3pPr>
            <a:lvl4pPr algn="l" indent="-228600" lvl="3" marL="1828800" marR="0" rtl="0">
              <a:lnSpc>
                <a:spcPct val="100000"/>
              </a:lnSpc>
              <a:spcBef>
                <a:spcPts val="0"/>
              </a:spcBef>
              <a:spcAft>
                <a:spcPts val="0"/>
              </a:spcAft>
              <a:buClr>
                <a:schemeClr val="dk1"/>
              </a:buClr>
              <a:buSzPts val="1800"/>
              <a:buFont typeface="Quattrocento Sans"/>
              <a:buNone/>
              <a:defRPr b="0" cap="none" i="0" strike="noStrike" sz="1800" u="none">
                <a:solidFill>
                  <a:schemeClr val="dk1"/>
                </a:solidFill>
                <a:latin typeface="Quattrocento Sans"/>
                <a:ea typeface="Quattrocento Sans"/>
                <a:cs typeface="Quattrocento Sans"/>
                <a:sym typeface="Quattrocento Sans"/>
              </a:defRPr>
            </a:lvl4pPr>
            <a:lvl5pPr algn="l" indent="-228600" lvl="4" marL="2286000" marR="0" rtl="0">
              <a:lnSpc>
                <a:spcPct val="100000"/>
              </a:lnSpc>
              <a:spcBef>
                <a:spcPts val="600"/>
              </a:spcBef>
              <a:spcAft>
                <a:spcPts val="0"/>
              </a:spcAft>
              <a:buClr>
                <a:schemeClr val="dk1"/>
              </a:buClr>
              <a:buSzPts val="1800"/>
              <a:buFont typeface="Quattrocento Sans"/>
              <a:buNone/>
              <a:defRPr b="0" cap="none" i="0" strike="noStrike" sz="1800" u="none">
                <a:solidFill>
                  <a:schemeClr val="dk1"/>
                </a:solidFill>
                <a:latin typeface="Quattrocento Sans"/>
                <a:ea typeface="Quattrocento Sans"/>
                <a:cs typeface="Quattrocento Sans"/>
                <a:sym typeface="Quattrocento Sans"/>
              </a:defRPr>
            </a:lvl5pPr>
            <a:lvl6pPr algn="l" indent="-355600" lvl="5" marL="2743200" marR="0" rtl="0">
              <a:spcBef>
                <a:spcPts val="600"/>
              </a:spcBef>
              <a:spcAft>
                <a:spcPts val="0"/>
              </a:spcAft>
              <a:buClr>
                <a:schemeClr val="dk1"/>
              </a:buClr>
              <a:buSzPts val="2000"/>
              <a:buFont typeface="Arial"/>
              <a:buChar char="•"/>
              <a:defRPr b="0" cap="none" i="0" strike="noStrike" sz="2000" u="none">
                <a:solidFill>
                  <a:schemeClr val="dk1"/>
                </a:solidFill>
                <a:latin typeface="Arial"/>
                <a:ea typeface="Arial"/>
                <a:cs typeface="Arial"/>
                <a:sym typeface="Arial"/>
              </a:defRPr>
            </a:lvl6pPr>
            <a:lvl7pPr algn="l" indent="-355600" lvl="6" marL="3200400" marR="0" rtl="0">
              <a:spcBef>
                <a:spcPts val="400"/>
              </a:spcBef>
              <a:spcAft>
                <a:spcPts val="0"/>
              </a:spcAft>
              <a:buClr>
                <a:schemeClr val="dk1"/>
              </a:buClr>
              <a:buSzPts val="2000"/>
              <a:buFont typeface="Arial"/>
              <a:buChar char="•"/>
              <a:defRPr b="0" cap="none" i="0" strike="noStrike" sz="2000" u="none">
                <a:solidFill>
                  <a:schemeClr val="dk1"/>
                </a:solidFill>
                <a:latin typeface="Arial"/>
                <a:ea typeface="Arial"/>
                <a:cs typeface="Arial"/>
                <a:sym typeface="Arial"/>
              </a:defRPr>
            </a:lvl7pPr>
            <a:lvl8pPr algn="l" indent="-355600" lvl="7" marL="3657600" marR="0" rtl="0">
              <a:spcBef>
                <a:spcPts val="400"/>
              </a:spcBef>
              <a:spcAft>
                <a:spcPts val="0"/>
              </a:spcAft>
              <a:buClr>
                <a:schemeClr val="dk1"/>
              </a:buClr>
              <a:buSzPts val="2000"/>
              <a:buFont typeface="Arial"/>
              <a:buChar char="•"/>
              <a:defRPr b="0" cap="none" i="0" strike="noStrike" sz="2000" u="none">
                <a:solidFill>
                  <a:schemeClr val="dk1"/>
                </a:solidFill>
                <a:latin typeface="Arial"/>
                <a:ea typeface="Arial"/>
                <a:cs typeface="Arial"/>
                <a:sym typeface="Arial"/>
              </a:defRPr>
            </a:lvl8pPr>
            <a:lvl9pPr algn="l" indent="-355600" lvl="8" marL="4114800" marR="0" rtl="0">
              <a:spcBef>
                <a:spcPts val="400"/>
              </a:spcBef>
              <a:spcAft>
                <a:spcPts val="0"/>
              </a:spcAft>
              <a:buClr>
                <a:schemeClr val="dk1"/>
              </a:buClr>
              <a:buSzPts val="2000"/>
              <a:buFont typeface="Arial"/>
              <a:buChar char="•"/>
              <a:defRPr b="0" cap="none" i="0" strike="noStrike" sz="2000" u="none">
                <a:solidFill>
                  <a:schemeClr val="dk1"/>
                </a:solidFill>
                <a:latin typeface="Arial"/>
                <a:ea typeface="Arial"/>
                <a:cs typeface="Arial"/>
                <a:sym typeface="Arial"/>
              </a:defRPr>
            </a:lvl9pPr>
          </a:lstStyle>
          <a:p>
            <a:endParaRPr/>
          </a:p>
        </p:txBody>
      </p:sp>
      <p:pic>
        <p:nvPicPr>
          <p:cNvPr id="54" name="Google Shape;54;p33"/>
          <p:cNvPicPr preferRelativeResize="0"/>
          <p:nvPr/>
        </p:nvPicPr>
        <p:blipFill rotWithShape="1">
          <a:blip r:embed="rId2">
            <a:alphaModFix/>
          </a:blip>
          <a:srcRect/>
          <a:stretch/>
        </p:blipFill>
        <p:spPr>
          <a:xfrm>
            <a:off x="0" y="0"/>
            <a:ext cx="12204700" cy="134938"/>
          </a:xfrm>
          <a:prstGeom prst="rect">
            <a:avLst/>
          </a:prstGeom>
          <a:noFill/>
          <a:ln>
            <a:noFill/>
          </a:ln>
        </p:spPr>
      </p:pic>
      <p:pic>
        <p:nvPicPr>
          <p:cNvPr descr="LEEDS full.eps" id="55" name="Google Shape;55;p33"/>
          <p:cNvPicPr preferRelativeResize="0"/>
          <p:nvPr/>
        </p:nvPicPr>
        <p:blipFill rotWithShape="1">
          <a:blip r:embed="rId3">
            <a:alphaModFix/>
          </a:blip>
          <a:srcRect r="-3002"/>
          <a:stretch/>
        </p:blipFill>
        <p:spPr>
          <a:xfrm>
            <a:off x="10058400" y="6447360"/>
            <a:ext cx="2053332" cy="375128"/>
          </a:xfrm>
          <a:prstGeom prst="rect">
            <a:avLst/>
          </a:prstGeom>
          <a:noFill/>
          <a:ln>
            <a:noFill/>
          </a:ln>
        </p:spPr>
      </p:pic>
      <p:sp>
        <p:nvSpPr>
          <p:cNvPr id="56" name="Google Shape;56;p33"/>
          <p:cNvSpPr txBox="1">
            <a:spLocks noGrp="1"/>
          </p:cNvSpPr>
          <p:nvPr>
            <p:ph idx="12" type="sldNum"/>
          </p:nvPr>
        </p:nvSpPr>
        <p:spPr>
          <a:xfrm>
            <a:off x="4730750" y="6629401"/>
            <a:ext cx="2743200" cy="193088"/>
          </a:xfrm>
          <a:prstGeom prst="rect">
            <a:avLst/>
          </a:prstGeom>
          <a:noFill/>
          <a:ln>
            <a:noFill/>
          </a:ln>
        </p:spPr>
        <p:txBody>
          <a:bodyPr anchor="ctr" anchorCtr="0" bIns="45700" lIns="91425" numCol="1" rIns="91425" spcFirstLastPara="1" tIns="45700" wrap="square">
            <a:noAutofit/>
          </a:bodyPr>
          <a:lstStyle>
            <a:lvl1pPr algn="ctr" indent="0" lvl="0" marL="0" marR="0" rtl="0">
              <a:spcBef>
                <a:spcPts val="0"/>
              </a:spcBef>
              <a:buNone/>
              <a:defRPr sz="1000">
                <a:solidFill>
                  <a:srgbClr val="888888"/>
                </a:solidFill>
                <a:latin typeface="Arial"/>
                <a:ea typeface="Arial"/>
                <a:cs typeface="Arial"/>
                <a:sym typeface="Arial"/>
              </a:defRPr>
            </a:lvl1pPr>
            <a:lvl2pPr algn="ctr" indent="0" lvl="1" marL="0" marR="0" rtl="0">
              <a:spcBef>
                <a:spcPts val="0"/>
              </a:spcBef>
              <a:buNone/>
              <a:defRPr sz="1000">
                <a:solidFill>
                  <a:srgbClr val="888888"/>
                </a:solidFill>
                <a:latin typeface="Arial"/>
                <a:ea typeface="Arial"/>
                <a:cs typeface="Arial"/>
                <a:sym typeface="Arial"/>
              </a:defRPr>
            </a:lvl2pPr>
            <a:lvl3pPr algn="ctr" indent="0" lvl="2" marL="0" marR="0" rtl="0">
              <a:spcBef>
                <a:spcPts val="0"/>
              </a:spcBef>
              <a:buNone/>
              <a:defRPr sz="1000">
                <a:solidFill>
                  <a:srgbClr val="888888"/>
                </a:solidFill>
                <a:latin typeface="Arial"/>
                <a:ea typeface="Arial"/>
                <a:cs typeface="Arial"/>
                <a:sym typeface="Arial"/>
              </a:defRPr>
            </a:lvl3pPr>
            <a:lvl4pPr algn="ctr" indent="0" lvl="3" marL="0" marR="0" rtl="0">
              <a:spcBef>
                <a:spcPts val="0"/>
              </a:spcBef>
              <a:buNone/>
              <a:defRPr sz="1000">
                <a:solidFill>
                  <a:srgbClr val="888888"/>
                </a:solidFill>
                <a:latin typeface="Arial"/>
                <a:ea typeface="Arial"/>
                <a:cs typeface="Arial"/>
                <a:sym typeface="Arial"/>
              </a:defRPr>
            </a:lvl4pPr>
            <a:lvl5pPr algn="ctr" indent="0" lvl="4" marL="0" marR="0" rtl="0">
              <a:spcBef>
                <a:spcPts val="0"/>
              </a:spcBef>
              <a:buNone/>
              <a:defRPr sz="1000">
                <a:solidFill>
                  <a:srgbClr val="888888"/>
                </a:solidFill>
                <a:latin typeface="Arial"/>
                <a:ea typeface="Arial"/>
                <a:cs typeface="Arial"/>
                <a:sym typeface="Arial"/>
              </a:defRPr>
            </a:lvl5pPr>
            <a:lvl6pPr algn="ctr" indent="0" lvl="5" marL="0" marR="0" rtl="0">
              <a:spcBef>
                <a:spcPts val="0"/>
              </a:spcBef>
              <a:buNone/>
              <a:defRPr sz="1000">
                <a:solidFill>
                  <a:srgbClr val="888888"/>
                </a:solidFill>
                <a:latin typeface="Arial"/>
                <a:ea typeface="Arial"/>
                <a:cs typeface="Arial"/>
                <a:sym typeface="Arial"/>
              </a:defRPr>
            </a:lvl6pPr>
            <a:lvl7pPr algn="ctr" indent="0" lvl="6" marL="0" marR="0" rtl="0">
              <a:spcBef>
                <a:spcPts val="0"/>
              </a:spcBef>
              <a:buNone/>
              <a:defRPr sz="1000">
                <a:solidFill>
                  <a:srgbClr val="888888"/>
                </a:solidFill>
                <a:latin typeface="Arial"/>
                <a:ea typeface="Arial"/>
                <a:cs typeface="Arial"/>
                <a:sym typeface="Arial"/>
              </a:defRPr>
            </a:lvl7pPr>
            <a:lvl8pPr algn="ctr" indent="0" lvl="7" marL="0" marR="0" rtl="0">
              <a:spcBef>
                <a:spcPts val="0"/>
              </a:spcBef>
              <a:buNone/>
              <a:defRPr sz="1000">
                <a:solidFill>
                  <a:srgbClr val="888888"/>
                </a:solidFill>
                <a:latin typeface="Arial"/>
                <a:ea typeface="Arial"/>
                <a:cs typeface="Arial"/>
                <a:sym typeface="Arial"/>
              </a:defRPr>
            </a:lvl8pPr>
            <a:lvl9pPr algn="ctr" indent="0" lvl="8" marL="0" marR="0" rtl="0">
              <a:spcBef>
                <a:spcPts val="0"/>
              </a:spcBef>
              <a:buNone/>
              <a:defRPr sz="1000">
                <a:solidFill>
                  <a:srgbClr val="888888"/>
                </a:solidFill>
                <a:latin typeface="Arial"/>
                <a:ea typeface="Arial"/>
                <a:cs typeface="Arial"/>
                <a:sym typeface="Arial"/>
              </a:defRPr>
            </a:lvl9pPr>
          </a:lstStyle>
          <a:p>
            <a:pPr algn="ctr" indent="0" lvl="0" marL="0" rtl="0">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folHlink="folHlink" hlink="hlink" tx1="dk1" tx2="lt2"/>
  <p:sldLayoutIdLst>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dt="0" ftr="0" hdr="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624">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1" Target="../slideLayouts/slideLayout1.xml" Type="http://schemas.openxmlformats.org/officeDocument/2006/relationships/slideLayout"/></Relationships>
</file>

<file path=ppt/slides/_rels/slide3.xml.rels><?xml version="1.0" encoding="UTF-8" standalone="yes"?><Relationships xmlns="http://schemas.openxmlformats.org/package/2006/relationships"><Relationship Id="rId1" Target="../slideLayouts/slideLayout1.xml" Type="http://schemas.openxmlformats.org/officeDocument/2006/relationships/slideLayout"/></Relationships>
</file>

<file path=ppt/slides/_rels/slide4.xml.rels><?xml version="1.0" encoding="UTF-8" standalone="yes"?><Relationships xmlns="http://schemas.openxmlformats.org/package/2006/relationships"><Relationship Id="rId2" Target="../media/image3.png" Type="http://schemas.openxmlformats.org/officeDocument/2006/relationships/image"/><Relationship Id="rId1" Target="../slideLayouts/slideLayout1.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2B3FC-D64E-4823-8E95-2DA3386D8719}"/>
              </a:ext>
            </a:extLst>
          </p:cNvPr>
          <p:cNvSpPr>
            <a:spLocks noGrp="1"/>
          </p:cNvSpPr>
          <p:nvPr>
            <p:ph type="title"/>
          </p:nvPr>
        </p:nvSpPr>
        <p:spPr/>
        <p:txBody>
          <a:bodyPr numCol="1"/>
          <a:lstStyle/>
          <a:p>
            <a:r>
              <a:rPr lang="en-US"/>
              <a:t>Case #1: Background</a:t>
            </a:r>
          </a:p>
        </p:txBody>
      </p:sp>
      <p:sp>
        <p:nvSpPr>
          <p:cNvPr id="3" name="Content Placeholder 2">
            <a:extLst>
              <a:ext uri="{FF2B5EF4-FFF2-40B4-BE49-F238E27FC236}">
                <a16:creationId xmlns:a16="http://schemas.microsoft.com/office/drawing/2014/main" id="{2C73721E-CBB7-43A4-9717-DAC72FECAC88}"/>
              </a:ext>
            </a:extLst>
          </p:cNvPr>
          <p:cNvSpPr>
            <a:spLocks noGrp="1"/>
          </p:cNvSpPr>
          <p:nvPr>
            <p:ph idx="1"/>
          </p:nvPr>
        </p:nvSpPr>
        <p:spPr>
          <a:xfrm>
            <a:off x="685800" y="1295400"/>
            <a:ext cx="10664897" cy="4795791"/>
          </a:xfrm>
        </p:spPr>
        <p:txBody>
          <a:bodyPr numCol="1"/>
          <a:lstStyle/>
          <a:p>
            <a:pPr indent="0" marL="0"/>
            <a:r>
              <a:rPr lang="en-US" sz="1600"/>
              <a:t>In January 2023, you start a new job as the Packaging-Dunnage Category Manager for Specialty Aluminum Can Manufacturing based in Denver, CO.   Your new job reports Global Director of Industrial Supply Procurement.   He reports to the CPO.</a:t>
            </a:r>
          </a:p>
          <a:p>
            <a:pPr indent="0" marL="0">
              <a:buNone/>
            </a:pPr>
            <a:r>
              <a:rPr lang="en-US" sz="1600"/>
              <a:t>Specialty Aluminum Can Manufacturing is a global company with 25 locations in the US, 15 in Europe and 8 in South America.  Two of the US locations have recently experienced high workforce turnover, and one of the European location is experience energy disruptions.  Inflation has been very significant in South America.</a:t>
            </a:r>
          </a:p>
          <a:p>
            <a:pPr indent="0" marL="0"/>
            <a:r>
              <a:rPr lang="en-US" sz="1600"/>
              <a:t>The company ships its cans on both plastic and wooden pallets.  The pallets have a top frame, layer pads between rows of cans and strapping and stretch film to hold it together.  The also buy paper bags for use to ship can ends.    Some of the larger suppliers are Orbis and Rehrig</a:t>
            </a:r>
          </a:p>
          <a:p>
            <a:pPr indent="0" marL="0">
              <a:buNone/>
            </a:pPr>
            <a:r>
              <a:rPr lang="en-US" sz="1600"/>
              <a:t>Recently the company has been challenged with global supply disruptions and market inflation.   In particular, the company has experienced long lead times for both wooden and plastic pallets, top frames and layer pads.  All of these are in your area of spend.</a:t>
            </a:r>
          </a:p>
          <a:p>
            <a:pPr indent="0" marL="0"/>
            <a:r>
              <a:rPr lang="en-US" sz="1600"/>
              <a:t>Your department Data Analyst, has sent you a file with 2022 spend.  </a:t>
            </a:r>
          </a:p>
          <a:p>
            <a:endParaRPr lang="en-US"/>
          </a:p>
        </p:txBody>
      </p:sp>
    </p:spTree>
    <p:extLst>
      <p:ext uri="{BB962C8B-B14F-4D97-AF65-F5344CB8AC3E}">
        <p14:creationId xmlns:p14="http://schemas.microsoft.com/office/powerpoint/2010/main" val="11947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2B3FC-D64E-4823-8E95-2DA3386D8719}"/>
              </a:ext>
            </a:extLst>
          </p:cNvPr>
          <p:cNvSpPr>
            <a:spLocks noGrp="1"/>
          </p:cNvSpPr>
          <p:nvPr>
            <p:ph type="title"/>
          </p:nvPr>
        </p:nvSpPr>
        <p:spPr/>
        <p:txBody>
          <a:bodyPr numCol="1"/>
          <a:lstStyle/>
          <a:p>
            <a:r>
              <a:rPr lang="en-US"/>
              <a:t>Case #1: The Ask</a:t>
            </a:r>
          </a:p>
        </p:txBody>
      </p:sp>
      <p:sp>
        <p:nvSpPr>
          <p:cNvPr id="3" name="Content Placeholder 2">
            <a:extLst>
              <a:ext uri="{FF2B5EF4-FFF2-40B4-BE49-F238E27FC236}">
                <a16:creationId xmlns:a16="http://schemas.microsoft.com/office/drawing/2014/main" id="{2C73721E-CBB7-43A4-9717-DAC72FECAC88}"/>
              </a:ext>
            </a:extLst>
          </p:cNvPr>
          <p:cNvSpPr>
            <a:spLocks noGrp="1"/>
          </p:cNvSpPr>
          <p:nvPr>
            <p:ph idx="1"/>
          </p:nvPr>
        </p:nvSpPr>
        <p:spPr>
          <a:xfrm>
            <a:off x="685800" y="1295400"/>
            <a:ext cx="10664897" cy="4795791"/>
          </a:xfrm>
        </p:spPr>
        <p:txBody>
          <a:bodyPr numCol="1"/>
          <a:lstStyle/>
          <a:p>
            <a:pPr indent="0" marL="0">
              <a:buNone/>
            </a:pPr>
            <a:r>
              <a:rPr lang="en-US" sz="1600"/>
              <a:t>Your supervisor comes to you and says, “The CPO and CFO just asked me how much do we spend on Packaging-Dunnage.  I told them I think it is $2M.  They have asked for us to start a category review of this area.  They want to see spend (including by geography), some of the market trends and a list of questions for our key stakeholders in this area.  I have set up a meeting with the CPO and CFO to review this in a week.”</a:t>
            </a:r>
          </a:p>
          <a:p>
            <a:pPr indent="0" marL="0">
              <a:buNone/>
            </a:pPr>
            <a:r>
              <a:rPr lang="en-US" sz="1600"/>
              <a:t>At a minimum, this will require</a:t>
            </a:r>
          </a:p>
          <a:p>
            <a:pPr indent="-285750" lvl="1" marL="747713">
              <a:buFont charset="0" panose="020B0604020202020204" pitchFamily="34" typeface="Arial"/>
              <a:buChar char="•"/>
            </a:pPr>
            <a:r>
              <a:rPr lang="en-US" sz="1600"/>
              <a:t>A detailed spend analysis with total category spend, spend by sub-category, supplier, and spend by region.   We would expect to see things like top 5 suppliers, number of total suppliers and pareto of how many suppliers represent the 80% of the spend</a:t>
            </a:r>
          </a:p>
          <a:p>
            <a:pPr indent="-285750" lvl="1" marL="747713">
              <a:buFont charset="0" panose="020B0604020202020204" pitchFamily="34" typeface="Arial"/>
              <a:buChar char="•"/>
            </a:pPr>
            <a:r>
              <a:rPr lang="en-US" sz="1600"/>
              <a:t>Identification of the top 5-10 issues / trends this category might face in the next 2-3 years</a:t>
            </a:r>
          </a:p>
          <a:p>
            <a:pPr indent="-285750" lvl="1" marL="747713">
              <a:buFont charset="0" panose="020B0604020202020204" pitchFamily="34" typeface="Arial"/>
              <a:buChar char="•"/>
            </a:pPr>
            <a:r>
              <a:rPr lang="en-US" sz="1600"/>
              <a:t>Interview template for key stakeholders</a:t>
            </a:r>
          </a:p>
          <a:p>
            <a:pPr indent="-285750" lvl="1" marL="747713">
              <a:buFont charset="0" panose="020B0604020202020204" pitchFamily="34" typeface="Arial"/>
              <a:buChar char="•"/>
            </a:pPr>
            <a:endParaRPr lang="en-US" sz="1600"/>
          </a:p>
          <a:p>
            <a:pPr indent="-285750" marL="285750">
              <a:buFont charset="0" panose="020B0604020202020204" pitchFamily="34" typeface="Arial"/>
              <a:buChar char="•"/>
            </a:pPr>
            <a:endParaRPr lang="en-US" sz="2000"/>
          </a:p>
          <a:p>
            <a:pPr indent="-285750" marL="285750">
              <a:buFont charset="0" panose="020B0604020202020204" pitchFamily="34" typeface="Arial"/>
              <a:buChar char="•"/>
            </a:pPr>
            <a:endParaRPr lang="en-US" sz="2000"/>
          </a:p>
          <a:p>
            <a:endParaRPr lang="en-US"/>
          </a:p>
        </p:txBody>
      </p:sp>
    </p:spTree>
    <p:extLst>
      <p:ext uri="{BB962C8B-B14F-4D97-AF65-F5344CB8AC3E}">
        <p14:creationId xmlns:p14="http://schemas.microsoft.com/office/powerpoint/2010/main" val="4169974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2B3FC-D64E-4823-8E95-2DA3386D8719}"/>
              </a:ext>
            </a:extLst>
          </p:cNvPr>
          <p:cNvSpPr>
            <a:spLocks noGrp="1"/>
          </p:cNvSpPr>
          <p:nvPr>
            <p:ph type="title"/>
          </p:nvPr>
        </p:nvSpPr>
        <p:spPr/>
        <p:txBody>
          <a:bodyPr numCol="1"/>
          <a:lstStyle/>
          <a:p>
            <a:r>
              <a:rPr lang="en-US"/>
              <a:t>Case #1: The Assignment</a:t>
            </a:r>
          </a:p>
        </p:txBody>
      </p:sp>
      <p:sp>
        <p:nvSpPr>
          <p:cNvPr id="3" name="Content Placeholder 2">
            <a:extLst>
              <a:ext uri="{FF2B5EF4-FFF2-40B4-BE49-F238E27FC236}">
                <a16:creationId xmlns:a16="http://schemas.microsoft.com/office/drawing/2014/main" id="{2C73721E-CBB7-43A4-9717-DAC72FECAC88}"/>
              </a:ext>
            </a:extLst>
          </p:cNvPr>
          <p:cNvSpPr>
            <a:spLocks noGrp="1"/>
          </p:cNvSpPr>
          <p:nvPr>
            <p:ph idx="1"/>
          </p:nvPr>
        </p:nvSpPr>
        <p:spPr>
          <a:xfrm>
            <a:off x="685800" y="1295400"/>
            <a:ext cx="10664897" cy="4795791"/>
          </a:xfrm>
        </p:spPr>
        <p:txBody>
          <a:bodyPr numCol="1">
            <a:normAutofit lnSpcReduction="10000"/>
          </a:bodyPr>
          <a:lstStyle/>
          <a:p>
            <a:pPr indent="0" marL="0">
              <a:buNone/>
            </a:pPr>
            <a:r>
              <a:rPr dirty="0" lang="en-US" sz="1600"/>
              <a:t>You will be expected to turn in two documents:</a:t>
            </a:r>
          </a:p>
          <a:p>
            <a:pPr indent="-342900" marL="342900">
              <a:buSzPct val="100000"/>
              <a:buFont typeface="+mj-lt"/>
              <a:buAutoNum type="arabicPeriod"/>
            </a:pPr>
            <a:r>
              <a:rPr dirty="0" lang="en-US" sz="1600"/>
              <a:t>Spend Analysis showing how completed the ask (in Excel)</a:t>
            </a:r>
          </a:p>
          <a:p>
            <a:pPr indent="-342900" marL="342900">
              <a:buSzPct val="100000"/>
              <a:buFont typeface="+mj-lt"/>
              <a:buAutoNum type="arabicPeriod"/>
            </a:pPr>
            <a:r>
              <a:rPr dirty="0" lang="en-US" sz="1600"/>
              <a:t>Power point slides on market research and a list of stakeholder questions</a:t>
            </a:r>
          </a:p>
          <a:p>
            <a:pPr indent="0" marL="0">
              <a:buSzPct val="100000"/>
            </a:pPr>
            <a:endParaRPr lang="en-US" sz="1600"/>
          </a:p>
          <a:p>
            <a:pPr indent="0" marL="0">
              <a:buSzPct val="100000"/>
            </a:pPr>
            <a:r>
              <a:rPr dirty="0" lang="en-US" sz="1600"/>
              <a:t>You will also be expected to do approximately 5-8 minute video to present your findings.   The video should be as if you were presenting to the CPO/CFO.  At least two of you should speak.  You should focus on </a:t>
            </a:r>
          </a:p>
          <a:p>
            <a:pPr indent="-342900" marL="342900">
              <a:buSzPct val="100000"/>
              <a:buFont typeface="+mj-lt"/>
              <a:buAutoNum type="arabicPeriod"/>
            </a:pPr>
            <a:r>
              <a:rPr dirty="0" lang="en-US" sz="1600"/>
              <a:t>Executive Summary</a:t>
            </a:r>
          </a:p>
          <a:p>
            <a:pPr indent="-342900" marL="342900">
              <a:buSzPct val="100000"/>
              <a:buFont typeface="+mj-lt"/>
              <a:buAutoNum type="arabicPeriod"/>
            </a:pPr>
            <a:r>
              <a:rPr dirty="0" lang="en-US" sz="1600"/>
              <a:t>Category Background – What is this area of spend</a:t>
            </a:r>
          </a:p>
          <a:p>
            <a:pPr indent="-342900" marL="342900">
              <a:buSzPct val="100000"/>
              <a:buFont typeface="+mj-lt"/>
              <a:buAutoNum type="arabicPeriod"/>
            </a:pPr>
            <a:r>
              <a:rPr dirty="0" lang="en-US" sz="1600"/>
              <a:t>Spend Overview</a:t>
            </a:r>
          </a:p>
          <a:p>
            <a:pPr indent="-342900" marL="342900">
              <a:buSzPct val="100000"/>
              <a:buFont typeface="+mj-lt"/>
              <a:buAutoNum type="arabicPeriod"/>
            </a:pPr>
            <a:r>
              <a:rPr dirty="0" lang="en-US" sz="1600"/>
              <a:t>Market Research Findings</a:t>
            </a:r>
          </a:p>
          <a:p>
            <a:pPr indent="-342900" marL="342900">
              <a:buSzPct val="100000"/>
              <a:buFont typeface="+mj-lt"/>
              <a:buAutoNum type="arabicPeriod"/>
            </a:pPr>
            <a:r>
              <a:rPr dirty="0" lang="en-US" sz="1600"/>
              <a:t>Stakeholder Interview question</a:t>
            </a:r>
          </a:p>
          <a:p>
            <a:pPr indent="-342900" marL="342900">
              <a:buSzPct val="100000"/>
              <a:buFont typeface="+mj-lt"/>
              <a:buAutoNum type="arabicPeriod"/>
            </a:pPr>
            <a:r>
              <a:rPr dirty="0" lang="en-US" sz="1600"/>
              <a:t>Recommendations / Next Steps in this Category</a:t>
            </a:r>
          </a:p>
          <a:p>
            <a:pPr indent="-342900" marL="342900">
              <a:buSzPct val="100000"/>
              <a:buFont typeface="+mj-lt"/>
              <a:buAutoNum type="arabicPeriod"/>
            </a:pPr>
            <a:endParaRPr lang="en-US" sz="1600"/>
          </a:p>
          <a:p>
            <a:pPr indent="0" marL="0">
              <a:buSzPct val="100000"/>
            </a:pPr>
            <a:r>
              <a:rPr b="1" dirty="0" lang="en-US" u="sng"/>
              <a:t>DUE SUBMITTED TO CANVAS BY 5pm on April 2nd</a:t>
            </a:r>
          </a:p>
        </p:txBody>
      </p:sp>
    </p:spTree>
    <p:extLst>
      <p:ext uri="{BB962C8B-B14F-4D97-AF65-F5344CB8AC3E}">
        <p14:creationId xmlns:p14="http://schemas.microsoft.com/office/powerpoint/2010/main" val="3010273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9C2F9-5C65-436A-AF25-9CFE79AC4286}"/>
              </a:ext>
            </a:extLst>
          </p:cNvPr>
          <p:cNvSpPr>
            <a:spLocks noGrp="1"/>
          </p:cNvSpPr>
          <p:nvPr>
            <p:ph type="title"/>
          </p:nvPr>
        </p:nvSpPr>
        <p:spPr/>
        <p:txBody>
          <a:bodyPr numCol="1"/>
          <a:lstStyle/>
          <a:p>
            <a:r>
              <a:rPr lang="en-US"/>
              <a:t>Case Group Assignments</a:t>
            </a:r>
          </a:p>
        </p:txBody>
      </p:sp>
      <p:pic>
        <p:nvPicPr>
          <p:cNvPr descr="A screenshot of a computer  Description automatically generated" id="6" name="Picture 5">
            <a:extLst>
              <a:ext uri="{FF2B5EF4-FFF2-40B4-BE49-F238E27FC236}">
                <a16:creationId xmlns:a16="http://schemas.microsoft.com/office/drawing/2014/main" id="{A1B71893-FB1B-0E60-F056-90D5AC7D2E42}"/>
              </a:ext>
            </a:extLst>
          </p:cNvPr>
          <p:cNvPicPr>
            <a:picLocks noChangeAspect="1"/>
          </p:cNvPicPr>
          <p:nvPr/>
        </p:nvPicPr>
        <p:blipFill>
          <a:blip r:embed="rId2"/>
          <a:stretch>
            <a:fillRect/>
          </a:stretch>
        </p:blipFill>
        <p:spPr>
          <a:xfrm>
            <a:off x="2043112" y="1366777"/>
            <a:ext cx="8105775" cy="4876800"/>
          </a:xfrm>
          <a:prstGeom prst="rect">
            <a:avLst/>
          </a:prstGeom>
        </p:spPr>
      </p:pic>
      <p:sp>
        <p:nvSpPr>
          <p:cNvPr id="7" name="Oval 6">
            <a:extLst>
              <a:ext uri="{FF2B5EF4-FFF2-40B4-BE49-F238E27FC236}">
                <a16:creationId xmlns:a16="http://schemas.microsoft.com/office/drawing/2014/main" id="{C70A8BBF-4CF2-D334-8F34-3081C88A83BD}"/>
              </a:ext>
            </a:extLst>
          </p:cNvPr>
          <p:cNvSpPr/>
          <p:nvPr/>
        </p:nvSpPr>
        <p:spPr>
          <a:xfrm>
            <a:off x="2714698" y="4544843"/>
            <a:ext cx="1515414" cy="495837"/>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anchor="ctr" numCol="1" rtlCol="0"/>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1pPr>
            <a:lvl2pPr algn="l" lvl="1"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2pPr>
            <a:lvl3pPr algn="l" lvl="2"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3pPr>
            <a:lvl4pPr algn="l" lvl="3"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4pPr>
            <a:lvl5pPr algn="l" lvl="4"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5pPr>
            <a:lvl6pPr algn="l" lvl="5"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6pPr>
            <a:lvl7pPr algn="l" lvl="6"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7pPr>
            <a:lvl8pPr algn="l" lvl="7"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8pPr>
            <a:lvl9pPr algn="l" lvl="8"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9pPr>
          </a:lstStyle>
          <a:p>
            <a:pPr algn="ctr"/>
            <a:endParaRPr lang="en-US"/>
          </a:p>
        </p:txBody>
      </p:sp>
      <p:sp>
        <p:nvSpPr>
          <p:cNvPr id="8" name="Oval 7">
            <a:extLst>
              <a:ext uri="{FF2B5EF4-FFF2-40B4-BE49-F238E27FC236}">
                <a16:creationId xmlns:a16="http://schemas.microsoft.com/office/drawing/2014/main" id="{CA5B6976-E5D2-2236-E0CB-3E6164154BA5}"/>
              </a:ext>
            </a:extLst>
          </p:cNvPr>
          <p:cNvSpPr/>
          <p:nvPr/>
        </p:nvSpPr>
        <p:spPr>
          <a:xfrm>
            <a:off x="5859289" y="2377442"/>
            <a:ext cx="1515414" cy="495837"/>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anchor="ctr" numCol="1" rtlCol="0"/>
          <a:ls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1pPr>
            <a:lvl2pPr algn="l" lvl="1"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2pPr>
            <a:lvl3pPr algn="l" lvl="2"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3pPr>
            <a:lvl4pPr algn="l" lvl="3"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4pPr>
            <a:lvl5pPr algn="l" lvl="4"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5pPr>
            <a:lvl6pPr algn="l" lvl="5"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6pPr>
            <a:lvl7pPr algn="l" lvl="6"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7pPr>
            <a:lvl8pPr algn="l" lvl="7"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8pPr>
            <a:lvl9pPr algn="l" lvl="8" marR="0" rtl="0">
              <a:lnSpc>
                <a:spcPct val="100000"/>
              </a:lnSpc>
              <a:spcBef>
                <a:spcPts val="0"/>
              </a:spcBef>
              <a:spcAft>
                <a:spcPts val="0"/>
              </a:spcAft>
              <a:buClr>
                <a:srgbClr val="000000"/>
              </a:buClr>
              <a:buFont typeface="Arial"/>
              <a:defRPr b="0" cap="none" i="0" strike="noStrike" sz="1400" u="none">
                <a:solidFill>
                  <a:schemeClr val="lt1"/>
                </a:solidFill>
                <a:latin typeface="+mn-lt"/>
                <a:ea typeface="+mn-ea"/>
                <a:cs typeface="+mn-cs"/>
                <a:sym typeface="Arial"/>
              </a:defRPr>
            </a:lvl9pPr>
          </a:lstStyle>
          <a:p>
            <a:pPr algn="ctr"/>
            <a:endParaRPr lang="en-US"/>
          </a:p>
        </p:txBody>
      </p:sp>
    </p:spTree>
    <p:extLst>
      <p:ext uri="{BB962C8B-B14F-4D97-AF65-F5344CB8AC3E}">
        <p14:creationId xmlns:p14="http://schemas.microsoft.com/office/powerpoint/2010/main" val="3528793114"/>
      </p:ext>
    </p:extLst>
  </p:cSld>
  <p:clrMapOvr>
    <a:masterClrMapping/>
  </p:clrMapOvr>
</p:sld>
</file>

<file path=ppt/theme/theme1.xml><?xml version="1.0" encoding="utf-8"?>
<a:theme xmlns:a="http://schemas.openxmlformats.org/drawingml/2006/main" name="2015 Leeds Master Presentation NW">
  <a:themeElements>
    <a:clrScheme name="CU Leeds">
      <a:dk1>
        <a:srgbClr val="000000"/>
      </a:dk1>
      <a:lt1>
        <a:srgbClr val="FFFFFF"/>
      </a:lt1>
      <a:dk2>
        <a:srgbClr val="565A5C"/>
      </a:dk2>
      <a:lt2>
        <a:srgbClr val="A2A4A3"/>
      </a:lt2>
      <a:accent1>
        <a:srgbClr val="BAA564"/>
      </a:accent1>
      <a:accent2>
        <a:srgbClr val="C0504D"/>
      </a:accent2>
      <a:accent3>
        <a:srgbClr val="9BBB59"/>
      </a:accent3>
      <a:accent4>
        <a:srgbClr val="663366"/>
      </a:accent4>
      <a:accent5>
        <a:srgbClr val="4BACC6"/>
      </a:accent5>
      <a:accent6>
        <a:srgbClr val="CC6600"/>
      </a:accent6>
      <a:hlink>
        <a:srgbClr val="336699"/>
      </a:hlink>
      <a:folHlink>
        <a:srgbClr val="3333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ppt/theme/theme2.xml><?xml version="1.0" encoding="utf-8"?>
<a:theme xmlns:a="http://schemas.openxmlformats.org/drawingml/2006/main" name="1_2015 Leeds Master Presentation NW">
  <a:themeElements>
    <a:clrScheme name="CU Leeds">
      <a:dk1>
        <a:srgbClr val="000000"/>
      </a:dk1>
      <a:lt1>
        <a:srgbClr val="FFFFFF"/>
      </a:lt1>
      <a:dk2>
        <a:srgbClr val="565A5C"/>
      </a:dk2>
      <a:lt2>
        <a:srgbClr val="A2A4A3"/>
      </a:lt2>
      <a:accent1>
        <a:srgbClr val="BAA564"/>
      </a:accent1>
      <a:accent2>
        <a:srgbClr val="C0504D"/>
      </a:accent2>
      <a:accent3>
        <a:srgbClr val="9BBB59"/>
      </a:accent3>
      <a:accent4>
        <a:srgbClr val="663366"/>
      </a:accent4>
      <a:accent5>
        <a:srgbClr val="4BACC6"/>
      </a:accent5>
      <a:accent6>
        <a:srgbClr val="CC6600"/>
      </a:accent6>
      <a:hlink>
        <a:srgbClr val="336699"/>
      </a:hlink>
      <a:folHlink>
        <a:srgbClr val="3333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Slides>4</Slides>
  <Notes>0</Notes>
  <HiddenSlides>0</HiddenSlides>
  <ScaleCrop>false</ScaleCrop>
  <HeadingPairs>
    <vt:vector baseType="variant" size="4">
      <vt:variant>
        <vt:lpstr>Theme</vt:lpstr>
      </vt:variant>
      <vt:variant>
        <vt:i4>2</vt:i4>
      </vt:variant>
      <vt:variant>
        <vt:lpstr>Slide Titles</vt:lpstr>
      </vt:variant>
      <vt:variant>
        <vt:i4>4</vt:i4>
      </vt:variant>
    </vt:vector>
  </HeadingPairs>
  <TitlesOfParts>
    <vt:vector baseType="lpstr" size="6">
      <vt:lpstr>2015 Leeds Master Presentation NW</vt:lpstr>
      <vt:lpstr>1_2015 Leeds Master Presentation NW</vt:lpstr>
      <vt:lpstr>Case #1: Background</vt:lpstr>
      <vt:lpstr>Case #1: The Ask</vt:lpstr>
      <vt:lpstr>Case #1: The Assignment</vt:lpstr>
      <vt:lpstr>Case Group Assignments</vt:lpstr>
    </vt:vector>
  </TitlesOfParts>
  <LinksUpToDate>false</LinksUpToDate>
  <SharedDoc>false</SharedDoc>
  <HyperlinksChanged>false</HyperlinksChanged>
  <Application>Microsoft Office PowerPoint</Application>
  <AppVersion>16.0000</AppVersion>
  <PresentationFormat>Widescreen</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2020-03-13T14:59:41Z</dcterms:created>
  <dc:creator>William Dempsey</dc:creator>
  <dcterms:modified xsi:type="dcterms:W3CDTF">2024-09-12T21:09:06Z</dcterms:modified>
  <cp:revision>3</cp:revision>
  <dc:title>Session 3 – Category Management: Spend, Market, Business Understanding</dc:title>
</cp:coreProperties>
</file>